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793fcba2b34917" /><Relationship Type="http://schemas.openxmlformats.org/officeDocument/2006/relationships/extended-properties" Target="/docProps/app.xml" Id="Rbf9570e488d04eea" /><Relationship Type="http://schemas.openxmlformats.org/officeDocument/2006/relationships/officeDocument" Target="/ppt/presentation.xml" Id="Ra9d6adb5123045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e68759150f4740"/>
  </p:sldMasterIdLst>
  <p:notesMasterIdLst>
    <p:notesMasterId xmlns:r="http://schemas.openxmlformats.org/officeDocument/2006/relationships" r:id="R6564423ae4ac4be6"/>
  </p:notesMasterIdLst>
  <p:sldIdLst>
    <p:sldId xmlns:r="http://schemas.openxmlformats.org/officeDocument/2006/relationships" id="256" r:id="Rdf3521a8dfd044bd"/>
    <p:sldId xmlns:r="http://schemas.openxmlformats.org/officeDocument/2006/relationships" id="257" r:id="Rdff3e7c77a1642cf"/>
    <p:sldId xmlns:r="http://schemas.openxmlformats.org/officeDocument/2006/relationships" id="258" r:id="R6c136d7c38944d43"/>
    <p:sldId xmlns:r="http://schemas.openxmlformats.org/officeDocument/2006/relationships" id="259" r:id="R0e2ff8f643454cdf"/>
    <p:sldId xmlns:r="http://schemas.openxmlformats.org/officeDocument/2006/relationships" id="260" r:id="Rc6142249ed1c4d5b"/>
    <p:sldId xmlns:r="http://schemas.openxmlformats.org/officeDocument/2006/relationships" id="261" r:id="R632483262f084bf5"/>
    <p:sldId xmlns:r="http://schemas.openxmlformats.org/officeDocument/2006/relationships" id="262" r:id="Rae91e8c416ad4555"/>
    <p:sldId xmlns:r="http://schemas.openxmlformats.org/officeDocument/2006/relationships" id="263" r:id="Rcdc6846ec5904c70"/>
    <p:sldId xmlns:r="http://schemas.openxmlformats.org/officeDocument/2006/relationships" id="264" r:id="R9315fb82306a4127"/>
    <p:sldId xmlns:r="http://schemas.openxmlformats.org/officeDocument/2006/relationships" id="265" r:id="Rc2400bffa6f1458f"/>
    <p:sldId xmlns:r="http://schemas.openxmlformats.org/officeDocument/2006/relationships" id="266" r:id="Rc0d33dba47ae4168"/>
    <p:sldId xmlns:r="http://schemas.openxmlformats.org/officeDocument/2006/relationships" id="267" r:id="Re16a330c9fee4f5a"/>
    <p:sldId xmlns:r="http://schemas.openxmlformats.org/officeDocument/2006/relationships" id="268" r:id="Ra7d70d28620641b5"/>
    <p:sldId xmlns:r="http://schemas.openxmlformats.org/officeDocument/2006/relationships" id="269" r:id="R5ac94f8465564f6c"/>
    <p:sldId xmlns:r="http://schemas.openxmlformats.org/officeDocument/2006/relationships" id="270" r:id="R2100f168b9664a01"/>
    <p:sldId xmlns:r="http://schemas.openxmlformats.org/officeDocument/2006/relationships" id="271" r:id="R4024a0ea624143d1"/>
    <p:sldId xmlns:r="http://schemas.openxmlformats.org/officeDocument/2006/relationships" id="272" r:id="R53be40f1aa9d4583"/>
    <p:sldId xmlns:r="http://schemas.openxmlformats.org/officeDocument/2006/relationships" id="273" r:id="R976694f10aa34796"/>
    <p:sldId xmlns:r="http://schemas.openxmlformats.org/officeDocument/2006/relationships" id="274" r:id="R3ac6f2fdd9f24c96"/>
    <p:sldId xmlns:r="http://schemas.openxmlformats.org/officeDocument/2006/relationships" id="275" r:id="Rda3a08c8792f4ceb"/>
    <p:sldId xmlns:r="http://schemas.openxmlformats.org/officeDocument/2006/relationships" id="276" r:id="R2fa68d6d06ee41ef"/>
    <p:sldId xmlns:r="http://schemas.openxmlformats.org/officeDocument/2006/relationships" id="277" r:id="R1dbf7b13a776465f"/>
    <p:sldId xmlns:r="http://schemas.openxmlformats.org/officeDocument/2006/relationships" id="278" r:id="R0ee4639a957b4be3"/>
    <p:sldId xmlns:r="http://schemas.openxmlformats.org/officeDocument/2006/relationships" id="279" r:id="R0687e51e084b4e30"/>
    <p:sldId xmlns:r="http://schemas.openxmlformats.org/officeDocument/2006/relationships" id="280" r:id="R288a66b07aa3439e"/>
    <p:sldId xmlns:r="http://schemas.openxmlformats.org/officeDocument/2006/relationships" id="281" r:id="R31f9e01acb054a97"/>
    <p:sldId xmlns:r="http://schemas.openxmlformats.org/officeDocument/2006/relationships" id="282" r:id="R921dde3a22544a3c"/>
    <p:sldId xmlns:r="http://schemas.openxmlformats.org/officeDocument/2006/relationships" id="283" r:id="Ra411f89cbf9a4127"/>
    <p:sldId xmlns:r="http://schemas.openxmlformats.org/officeDocument/2006/relationships" id="284" r:id="R41ec15cf6c9a4f33"/>
    <p:sldId xmlns:r="http://schemas.openxmlformats.org/officeDocument/2006/relationships" id="285" r:id="R7c7b680d46a34555"/>
    <p:sldId xmlns:r="http://schemas.openxmlformats.org/officeDocument/2006/relationships" id="286" r:id="Re5e8537409784215"/>
    <p:sldId xmlns:r="http://schemas.openxmlformats.org/officeDocument/2006/relationships" id="287" r:id="R8ecf8dfa80084b1e"/>
    <p:sldId xmlns:r="http://schemas.openxmlformats.org/officeDocument/2006/relationships" id="288" r:id="R45d4c15bb5db4d49"/>
    <p:sldId xmlns:r="http://schemas.openxmlformats.org/officeDocument/2006/relationships" id="289" r:id="R071103e2f34c4533"/>
    <p:sldId xmlns:r="http://schemas.openxmlformats.org/officeDocument/2006/relationships" id="290" r:id="R249d9f973ea843da"/>
    <p:sldId xmlns:r="http://schemas.openxmlformats.org/officeDocument/2006/relationships" id="291" r:id="R58efbce14f0d416a"/>
    <p:sldId xmlns:r="http://schemas.openxmlformats.org/officeDocument/2006/relationships" id="292" r:id="R86b5f87c83ae4936"/>
    <p:sldId xmlns:r="http://schemas.openxmlformats.org/officeDocument/2006/relationships" id="293" r:id="R1566eac906be4e17"/>
    <p:sldId xmlns:r="http://schemas.openxmlformats.org/officeDocument/2006/relationships" id="294" r:id="R79a7372750ab438b"/>
    <p:sldId xmlns:r="http://schemas.openxmlformats.org/officeDocument/2006/relationships" id="295" r:id="Rbf2c2bd0aa0a47bf"/>
    <p:sldId xmlns:r="http://schemas.openxmlformats.org/officeDocument/2006/relationships" id="296" r:id="Re2496179ddad4dbe"/>
    <p:sldId xmlns:r="http://schemas.openxmlformats.org/officeDocument/2006/relationships" id="297" r:id="R52b81df1e216465f"/>
    <p:sldId xmlns:r="http://schemas.openxmlformats.org/officeDocument/2006/relationships" id="298" r:id="R05799560b80f43fc"/>
    <p:sldId xmlns:r="http://schemas.openxmlformats.org/officeDocument/2006/relationships" id="299" r:id="R4e93c88c7724478d"/>
    <p:sldId xmlns:r="http://schemas.openxmlformats.org/officeDocument/2006/relationships" id="300" r:id="Rc56153995b3744f2"/>
    <p:sldId xmlns:r="http://schemas.openxmlformats.org/officeDocument/2006/relationships" id="301" r:id="R0813f5f1570746be"/>
    <p:sldId xmlns:r="http://schemas.openxmlformats.org/officeDocument/2006/relationships" id="302" r:id="R3b0ea146e8474108"/>
    <p:sldId xmlns:r="http://schemas.openxmlformats.org/officeDocument/2006/relationships" id="303" r:id="R253b7fd21cdd4ed1"/>
    <p:sldId xmlns:r="http://schemas.openxmlformats.org/officeDocument/2006/relationships" id="304" r:id="Rd83488a975df459e"/>
    <p:sldId xmlns:r="http://schemas.openxmlformats.org/officeDocument/2006/relationships" id="305" r:id="R06b0e42f1e5f4b71"/>
    <p:sldId xmlns:r="http://schemas.openxmlformats.org/officeDocument/2006/relationships" id="306" r:id="Ra3f4c24e0c924ac5"/>
    <p:sldId xmlns:r="http://schemas.openxmlformats.org/officeDocument/2006/relationships" id="307" r:id="Rcc2226c02ae9455b"/>
    <p:sldId xmlns:r="http://schemas.openxmlformats.org/officeDocument/2006/relationships" id="308" r:id="R708975985d204401"/>
    <p:sldId xmlns:r="http://schemas.openxmlformats.org/officeDocument/2006/relationships" id="309" r:id="R2da16d6aa9714d2e"/>
    <p:sldId xmlns:r="http://schemas.openxmlformats.org/officeDocument/2006/relationships" id="310" r:id="Ra5f8da52248d4e20"/>
    <p:sldId xmlns:r="http://schemas.openxmlformats.org/officeDocument/2006/relationships" id="311" r:id="R1ebf2e3db1fa4f72"/>
    <p:sldId xmlns:r="http://schemas.openxmlformats.org/officeDocument/2006/relationships" id="312" r:id="Rc12eebaef03f4c45"/>
    <p:sldId xmlns:r="http://schemas.openxmlformats.org/officeDocument/2006/relationships" id="313" r:id="R7da9d883e798425b"/>
    <p:sldId xmlns:r="http://schemas.openxmlformats.org/officeDocument/2006/relationships" id="314" r:id="Rc01c05a503514796"/>
    <p:sldId xmlns:r="http://schemas.openxmlformats.org/officeDocument/2006/relationships" id="315" r:id="R6ffa9456c9ba4cb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826ec1330f421e" /><Relationship Type="http://schemas.openxmlformats.org/officeDocument/2006/relationships/slideMaster" Target="/ppt/slideMasters/slideMaster1.xml" Id="Rd8e68759150f4740" /><Relationship Type="http://schemas.openxmlformats.org/officeDocument/2006/relationships/notesMaster" Target="/ppt/notesMasters/notesMaster1.xml" Id="R6564423ae4ac4be6" /><Relationship Type="http://schemas.openxmlformats.org/officeDocument/2006/relationships/presProps" Target="/ppt/presProps.xml" Id="R12d356a4d70a463d" /><Relationship Type="http://schemas.openxmlformats.org/officeDocument/2006/relationships/tableStyles" Target="/ppt/tableStyles.xml" Id="R541813903f3f48a7" /><Relationship Type="http://schemas.openxmlformats.org/officeDocument/2006/relationships/slide" Target="/ppt/slides/slide1.xml" Id="Rdf3521a8dfd044bd" /><Relationship Type="http://schemas.openxmlformats.org/officeDocument/2006/relationships/slide" Target="/ppt/slides/slide2.xml" Id="Rdff3e7c77a1642cf" /><Relationship Type="http://schemas.openxmlformats.org/officeDocument/2006/relationships/slide" Target="/ppt/slides/slide3.xml" Id="R6c136d7c38944d43" /><Relationship Type="http://schemas.openxmlformats.org/officeDocument/2006/relationships/slide" Target="/ppt/slides/slide4.xml" Id="R0e2ff8f643454cdf" /><Relationship Type="http://schemas.openxmlformats.org/officeDocument/2006/relationships/slide" Target="/ppt/slides/slide5.xml" Id="Rc6142249ed1c4d5b" /><Relationship Type="http://schemas.openxmlformats.org/officeDocument/2006/relationships/slide" Target="/ppt/slides/slide6.xml" Id="R632483262f084bf5" /><Relationship Type="http://schemas.openxmlformats.org/officeDocument/2006/relationships/slide" Target="/ppt/slides/slide7.xml" Id="Rae91e8c416ad4555" /><Relationship Type="http://schemas.openxmlformats.org/officeDocument/2006/relationships/slide" Target="/ppt/slides/slide8.xml" Id="Rcdc6846ec5904c70" /><Relationship Type="http://schemas.openxmlformats.org/officeDocument/2006/relationships/slide" Target="/ppt/slides/slide9.xml" Id="R9315fb82306a4127" /><Relationship Type="http://schemas.openxmlformats.org/officeDocument/2006/relationships/slide" Target="/ppt/slides/slide10.xml" Id="Rc2400bffa6f1458f" /><Relationship Type="http://schemas.openxmlformats.org/officeDocument/2006/relationships/slide" Target="/ppt/slides/slide11.xml" Id="Rc0d33dba47ae4168" /><Relationship Type="http://schemas.openxmlformats.org/officeDocument/2006/relationships/slide" Target="/ppt/slides/slide12.xml" Id="Re16a330c9fee4f5a" /><Relationship Type="http://schemas.openxmlformats.org/officeDocument/2006/relationships/slide" Target="/ppt/slides/slide13.xml" Id="Ra7d70d28620641b5" /><Relationship Type="http://schemas.openxmlformats.org/officeDocument/2006/relationships/slide" Target="/ppt/slides/slide14.xml" Id="R5ac94f8465564f6c" /><Relationship Type="http://schemas.openxmlformats.org/officeDocument/2006/relationships/slide" Target="/ppt/slides/slide15.xml" Id="R2100f168b9664a01" /><Relationship Type="http://schemas.openxmlformats.org/officeDocument/2006/relationships/slide" Target="/ppt/slides/slide16.xml" Id="R4024a0ea624143d1" /><Relationship Type="http://schemas.openxmlformats.org/officeDocument/2006/relationships/slide" Target="/ppt/slides/slide17.xml" Id="R53be40f1aa9d4583" /><Relationship Type="http://schemas.openxmlformats.org/officeDocument/2006/relationships/slide" Target="/ppt/slides/slide18.xml" Id="R976694f10aa34796" /><Relationship Type="http://schemas.openxmlformats.org/officeDocument/2006/relationships/slide" Target="/ppt/slides/slide19.xml" Id="R3ac6f2fdd9f24c96" /><Relationship Type="http://schemas.openxmlformats.org/officeDocument/2006/relationships/slide" Target="/ppt/slides/slide20.xml" Id="Rda3a08c8792f4ceb" /><Relationship Type="http://schemas.openxmlformats.org/officeDocument/2006/relationships/slide" Target="/ppt/slides/slide21.xml" Id="R2fa68d6d06ee41ef" /><Relationship Type="http://schemas.openxmlformats.org/officeDocument/2006/relationships/slide" Target="/ppt/slides/slide22.xml" Id="R1dbf7b13a776465f" /><Relationship Type="http://schemas.openxmlformats.org/officeDocument/2006/relationships/slide" Target="/ppt/slides/slide23.xml" Id="R0ee4639a957b4be3" /><Relationship Type="http://schemas.openxmlformats.org/officeDocument/2006/relationships/slide" Target="/ppt/slides/slide24.xml" Id="R0687e51e084b4e30" /><Relationship Type="http://schemas.openxmlformats.org/officeDocument/2006/relationships/slide" Target="/ppt/slides/slide25.xml" Id="R288a66b07aa3439e" /><Relationship Type="http://schemas.openxmlformats.org/officeDocument/2006/relationships/slide" Target="/ppt/slides/slide26.xml" Id="R31f9e01acb054a97" /><Relationship Type="http://schemas.openxmlformats.org/officeDocument/2006/relationships/slide" Target="/ppt/slides/slide27.xml" Id="R921dde3a22544a3c" /><Relationship Type="http://schemas.openxmlformats.org/officeDocument/2006/relationships/slide" Target="/ppt/slides/slide28.xml" Id="Ra411f89cbf9a4127" /><Relationship Type="http://schemas.openxmlformats.org/officeDocument/2006/relationships/slide" Target="/ppt/slides/slide29.xml" Id="R41ec15cf6c9a4f33" /><Relationship Type="http://schemas.openxmlformats.org/officeDocument/2006/relationships/slide" Target="/ppt/slides/slide30.xml" Id="R7c7b680d46a34555" /><Relationship Type="http://schemas.openxmlformats.org/officeDocument/2006/relationships/slide" Target="/ppt/slides/slide31.xml" Id="Re5e8537409784215" /><Relationship Type="http://schemas.openxmlformats.org/officeDocument/2006/relationships/slide" Target="/ppt/slides/slide32.xml" Id="R8ecf8dfa80084b1e" /><Relationship Type="http://schemas.openxmlformats.org/officeDocument/2006/relationships/slide" Target="/ppt/slides/slide33.xml" Id="R45d4c15bb5db4d49" /><Relationship Type="http://schemas.openxmlformats.org/officeDocument/2006/relationships/slide" Target="/ppt/slides/slide34.xml" Id="R071103e2f34c4533" /><Relationship Type="http://schemas.openxmlformats.org/officeDocument/2006/relationships/slide" Target="/ppt/slides/slide35.xml" Id="R249d9f973ea843da" /><Relationship Type="http://schemas.openxmlformats.org/officeDocument/2006/relationships/slide" Target="/ppt/slides/slide36.xml" Id="R58efbce14f0d416a" /><Relationship Type="http://schemas.openxmlformats.org/officeDocument/2006/relationships/slide" Target="/ppt/slides/slide37.xml" Id="R86b5f87c83ae4936" /><Relationship Type="http://schemas.openxmlformats.org/officeDocument/2006/relationships/slide" Target="/ppt/slides/slide38.xml" Id="R1566eac906be4e17" /><Relationship Type="http://schemas.openxmlformats.org/officeDocument/2006/relationships/slide" Target="/ppt/slides/slide39.xml" Id="R79a7372750ab438b" /><Relationship Type="http://schemas.openxmlformats.org/officeDocument/2006/relationships/slide" Target="/ppt/slides/slide40.xml" Id="Rbf2c2bd0aa0a47bf" /><Relationship Type="http://schemas.openxmlformats.org/officeDocument/2006/relationships/slide" Target="/ppt/slides/slide41.xml" Id="Re2496179ddad4dbe" /><Relationship Type="http://schemas.openxmlformats.org/officeDocument/2006/relationships/slide" Target="/ppt/slides/slide42.xml" Id="R52b81df1e216465f" /><Relationship Type="http://schemas.openxmlformats.org/officeDocument/2006/relationships/slide" Target="/ppt/slides/slide43.xml" Id="R05799560b80f43fc" /><Relationship Type="http://schemas.openxmlformats.org/officeDocument/2006/relationships/slide" Target="/ppt/slides/slide44.xml" Id="R4e93c88c7724478d" /><Relationship Type="http://schemas.openxmlformats.org/officeDocument/2006/relationships/slide" Target="/ppt/slides/slide45.xml" Id="Rc56153995b3744f2" /><Relationship Type="http://schemas.openxmlformats.org/officeDocument/2006/relationships/slide" Target="/ppt/slides/slide46.xml" Id="R0813f5f1570746be" /><Relationship Type="http://schemas.openxmlformats.org/officeDocument/2006/relationships/slide" Target="/ppt/slides/slide47.xml" Id="R3b0ea146e8474108" /><Relationship Type="http://schemas.openxmlformats.org/officeDocument/2006/relationships/slide" Target="/ppt/slides/slide48.xml" Id="R253b7fd21cdd4ed1" /><Relationship Type="http://schemas.openxmlformats.org/officeDocument/2006/relationships/slide" Target="/ppt/slides/slide49.xml" Id="Rd83488a975df459e" /><Relationship Type="http://schemas.openxmlformats.org/officeDocument/2006/relationships/slide" Target="/ppt/slides/slide50.xml" Id="R06b0e42f1e5f4b71" /><Relationship Type="http://schemas.openxmlformats.org/officeDocument/2006/relationships/slide" Target="/ppt/slides/slide51.xml" Id="Ra3f4c24e0c924ac5" /><Relationship Type="http://schemas.openxmlformats.org/officeDocument/2006/relationships/slide" Target="/ppt/slides/slide52.xml" Id="Rcc2226c02ae9455b" /><Relationship Type="http://schemas.openxmlformats.org/officeDocument/2006/relationships/slide" Target="/ppt/slides/slide53.xml" Id="R708975985d204401" /><Relationship Type="http://schemas.openxmlformats.org/officeDocument/2006/relationships/slide" Target="/ppt/slides/slide54.xml" Id="R2da16d6aa9714d2e" /><Relationship Type="http://schemas.openxmlformats.org/officeDocument/2006/relationships/slide" Target="/ppt/slides/slide55.xml" Id="Ra5f8da52248d4e20" /><Relationship Type="http://schemas.openxmlformats.org/officeDocument/2006/relationships/slide" Target="/ppt/slides/slide56.xml" Id="R1ebf2e3db1fa4f72" /><Relationship Type="http://schemas.openxmlformats.org/officeDocument/2006/relationships/slide" Target="/ppt/slides/slide57.xml" Id="Rc12eebaef03f4c45" /><Relationship Type="http://schemas.openxmlformats.org/officeDocument/2006/relationships/slide" Target="/ppt/slides/slide58.xml" Id="R7da9d883e798425b" /><Relationship Type="http://schemas.openxmlformats.org/officeDocument/2006/relationships/slide" Target="/ppt/slides/slide59.xml" Id="Rc01c05a503514796" /><Relationship Type="http://schemas.openxmlformats.org/officeDocument/2006/relationships/slide" Target="/ppt/slides/slide60.xml" Id="R6ffa9456c9ba4c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f3d22b4e4d4b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850e59b41e46de" /><Relationship Type="http://schemas.openxmlformats.org/officeDocument/2006/relationships/notesMaster" Target="/ppt/notesMasters/notesMaster1.xml" Id="Ra90b1a587d8247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44519279a440a8" /><Relationship Type="http://schemas.openxmlformats.org/officeDocument/2006/relationships/notesMaster" Target="/ppt/notesMasters/notesMaster1.xml" Id="Raf5cf4205f1a4b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e5ff9e094d402b" /><Relationship Type="http://schemas.openxmlformats.org/officeDocument/2006/relationships/notesMaster" Target="/ppt/notesMasters/notesMaster1.xml" Id="Rc997bcd2305243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747f83c0d04cf9" /><Relationship Type="http://schemas.openxmlformats.org/officeDocument/2006/relationships/notesMaster" Target="/ppt/notesMasters/notesMaster1.xml" Id="Rbe542a80a01a47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3fdcc2376c4154" /><Relationship Type="http://schemas.openxmlformats.org/officeDocument/2006/relationships/notesMaster" Target="/ppt/notesMasters/notesMaster1.xml" Id="R0301b9363b0b4d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6d7ad049c64447" /><Relationship Type="http://schemas.openxmlformats.org/officeDocument/2006/relationships/notesMaster" Target="/ppt/notesMasters/notesMaster1.xml" Id="R7ea338f89be44f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74bfbf91c54d55" /><Relationship Type="http://schemas.openxmlformats.org/officeDocument/2006/relationships/notesMaster" Target="/ppt/notesMasters/notesMaster1.xml" Id="R41a743709fd246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8473c9a80d41e0" /><Relationship Type="http://schemas.openxmlformats.org/officeDocument/2006/relationships/notesMaster" Target="/ppt/notesMasters/notesMaster1.xml" Id="Rbdd3cfc7650249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603dee41b34724" /><Relationship Type="http://schemas.openxmlformats.org/officeDocument/2006/relationships/notesMaster" Target="/ppt/notesMasters/notesMaster1.xml" Id="R4b325df4c7264fb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c5c71ddae2484f" /><Relationship Type="http://schemas.openxmlformats.org/officeDocument/2006/relationships/notesMaster" Target="/ppt/notesMasters/notesMaster1.xml" Id="R8b85611ddc534d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6685b3c25946e1" /><Relationship Type="http://schemas.openxmlformats.org/officeDocument/2006/relationships/notesMaster" Target="/ppt/notesMasters/notesMaster1.xml" Id="R8f3f13b661914fc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1b57d3b00a4f38" /><Relationship Type="http://schemas.openxmlformats.org/officeDocument/2006/relationships/notesMaster" Target="/ppt/notesMasters/notesMaster1.xml" Id="R6da0d8927dc64a3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6060a4e8999408f" /><Relationship Type="http://schemas.openxmlformats.org/officeDocument/2006/relationships/notesMaster" Target="/ppt/notesMasters/notesMaster1.xml" Id="Ra0dc26edf390405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1cc673399e34531" /><Relationship Type="http://schemas.openxmlformats.org/officeDocument/2006/relationships/notesMaster" Target="/ppt/notesMasters/notesMaster1.xml" Id="R4c7a424920174e2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10a08856ed34c0e" /><Relationship Type="http://schemas.openxmlformats.org/officeDocument/2006/relationships/notesMaster" Target="/ppt/notesMasters/notesMaster1.xml" Id="R36bb0281ffe0444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d55cb6d56454d67" /><Relationship Type="http://schemas.openxmlformats.org/officeDocument/2006/relationships/notesMaster" Target="/ppt/notesMasters/notesMaster1.xml" Id="Rb438e66b13754af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e88ccf22dca4050" /><Relationship Type="http://schemas.openxmlformats.org/officeDocument/2006/relationships/notesMaster" Target="/ppt/notesMasters/notesMaster1.xml" Id="R918c1ed033bd486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97d060bae984f0d" /><Relationship Type="http://schemas.openxmlformats.org/officeDocument/2006/relationships/notesMaster" Target="/ppt/notesMasters/notesMaster1.xml" Id="Rea59bc88d05f447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034158519a64dfa" /><Relationship Type="http://schemas.openxmlformats.org/officeDocument/2006/relationships/notesMaster" Target="/ppt/notesMasters/notesMaster1.xml" Id="R479d4a028c764f4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bb4dd5be3b94e09" /><Relationship Type="http://schemas.openxmlformats.org/officeDocument/2006/relationships/notesMaster" Target="/ppt/notesMasters/notesMaster1.xml" Id="R9cb5c7bb1ef847d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0e6ba9efabb4088" /><Relationship Type="http://schemas.openxmlformats.org/officeDocument/2006/relationships/notesMaster" Target="/ppt/notesMasters/notesMaster1.xml" Id="R4cd3da5366b74ad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ef1d4093aa94fb5" /><Relationship Type="http://schemas.openxmlformats.org/officeDocument/2006/relationships/notesMaster" Target="/ppt/notesMasters/notesMaster1.xml" Id="Rdc658422236b40d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96e815da8474631" /><Relationship Type="http://schemas.openxmlformats.org/officeDocument/2006/relationships/notesMaster" Target="/ppt/notesMasters/notesMaster1.xml" Id="Rb9dc9cb7466d4ad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fb81fb35e024c6e" /><Relationship Type="http://schemas.openxmlformats.org/officeDocument/2006/relationships/notesMaster" Target="/ppt/notesMasters/notesMaster1.xml" Id="R78b3aa536287467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7167a087fc6434c" /><Relationship Type="http://schemas.openxmlformats.org/officeDocument/2006/relationships/notesMaster" Target="/ppt/notesMasters/notesMaster1.xml" Id="Rfa51f614e81f48e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f3d500a051142e1" /><Relationship Type="http://schemas.openxmlformats.org/officeDocument/2006/relationships/notesMaster" Target="/ppt/notesMasters/notesMaster1.xml" Id="Rd35b0d9afa8f452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ace7adeca00409e" /><Relationship Type="http://schemas.openxmlformats.org/officeDocument/2006/relationships/notesMaster" Target="/ppt/notesMasters/notesMaster1.xml" Id="R159d9131a63d468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adcf72c747a4f4e" /><Relationship Type="http://schemas.openxmlformats.org/officeDocument/2006/relationships/notesMaster" Target="/ppt/notesMasters/notesMaster1.xml" Id="Rdf9ddb8c7766496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73155336029442b" /><Relationship Type="http://schemas.openxmlformats.org/officeDocument/2006/relationships/notesMaster" Target="/ppt/notesMasters/notesMaster1.xml" Id="Rfc835dd3f8bf48f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1d78955ae9b4f14" /><Relationship Type="http://schemas.openxmlformats.org/officeDocument/2006/relationships/notesMaster" Target="/ppt/notesMasters/notesMaster1.xml" Id="R52cbac4735a44de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394f0386b7149ab" /><Relationship Type="http://schemas.openxmlformats.org/officeDocument/2006/relationships/notesMaster" Target="/ppt/notesMasters/notesMaster1.xml" Id="R1266b18a4067406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5fd97d87ab74e26" /><Relationship Type="http://schemas.openxmlformats.org/officeDocument/2006/relationships/notesMaster" Target="/ppt/notesMasters/notesMaster1.xml" Id="R0bdd119d8702426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6baf9d264a545a8" /><Relationship Type="http://schemas.openxmlformats.org/officeDocument/2006/relationships/notesMaster" Target="/ppt/notesMasters/notesMaster1.xml" Id="R8e91b26de9894eb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13e67bf49294e0d" /><Relationship Type="http://schemas.openxmlformats.org/officeDocument/2006/relationships/notesMaster" Target="/ppt/notesMasters/notesMaster1.xml" Id="R621df90315b7454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18183b40fa14d07" /><Relationship Type="http://schemas.openxmlformats.org/officeDocument/2006/relationships/notesMaster" Target="/ppt/notesMasters/notesMaster1.xml" Id="R545512448676481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fc9d61f9ca34927" /><Relationship Type="http://schemas.openxmlformats.org/officeDocument/2006/relationships/notesMaster" Target="/ppt/notesMasters/notesMaster1.xml" Id="R98c92ee1436c4ed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3e11199125b4051" /><Relationship Type="http://schemas.openxmlformats.org/officeDocument/2006/relationships/notesMaster" Target="/ppt/notesMasters/notesMaster1.xml" Id="R074b39541d414c1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a2bd5b98d9847dd" /><Relationship Type="http://schemas.openxmlformats.org/officeDocument/2006/relationships/notesMaster" Target="/ppt/notesMasters/notesMaster1.xml" Id="Rcb4b2e082d91486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73d5c42213d4461" /><Relationship Type="http://schemas.openxmlformats.org/officeDocument/2006/relationships/notesMaster" Target="/ppt/notesMasters/notesMaster1.xml" Id="R4ad3260aee66456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f419081926f4cfd" /><Relationship Type="http://schemas.openxmlformats.org/officeDocument/2006/relationships/notesMaster" Target="/ppt/notesMasters/notesMaster1.xml" Id="R45ff53a6ae1f419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d30c70228e647c8" /><Relationship Type="http://schemas.openxmlformats.org/officeDocument/2006/relationships/notesMaster" Target="/ppt/notesMasters/notesMaster1.xml" Id="R208ac179b3fd4e2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5b21bdee05849b8" /><Relationship Type="http://schemas.openxmlformats.org/officeDocument/2006/relationships/notesMaster" Target="/ppt/notesMasters/notesMaster1.xml" Id="R1cbd8dd5e09c4d2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91c3081397d4d9e" /><Relationship Type="http://schemas.openxmlformats.org/officeDocument/2006/relationships/notesMaster" Target="/ppt/notesMasters/notesMaster1.xml" Id="R93b04684e509420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7c316a731974e6b" /><Relationship Type="http://schemas.openxmlformats.org/officeDocument/2006/relationships/notesMaster" Target="/ppt/notesMasters/notesMaster1.xml" Id="R21ebb2fa3aa04cd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301f8f2f784468c" /><Relationship Type="http://schemas.openxmlformats.org/officeDocument/2006/relationships/notesMaster" Target="/ppt/notesMasters/notesMaster1.xml" Id="Rab85dd1f91014649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edf4c87bf4d4e7b" /><Relationship Type="http://schemas.openxmlformats.org/officeDocument/2006/relationships/notesMaster" Target="/ppt/notesMasters/notesMaster1.xml" Id="Rf5818df9db874f7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7b2bfb951c84662" /><Relationship Type="http://schemas.openxmlformats.org/officeDocument/2006/relationships/notesMaster" Target="/ppt/notesMasters/notesMaster1.xml" Id="R2c8eb34888bf4337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ef975e73fc494725" /><Relationship Type="http://schemas.openxmlformats.org/officeDocument/2006/relationships/notesMaster" Target="/ppt/notesMasters/notesMaster1.xml" Id="Ra0e02d00a7c44f6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e7dbd664c98f4dc5" /><Relationship Type="http://schemas.openxmlformats.org/officeDocument/2006/relationships/notesMaster" Target="/ppt/notesMasters/notesMaster1.xml" Id="R9410b6d9009f4ded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8ed942bdc884b6e" /><Relationship Type="http://schemas.openxmlformats.org/officeDocument/2006/relationships/notesMaster" Target="/ppt/notesMasters/notesMaster1.xml" Id="R85d6a1de56b34132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98ab240df264606" /><Relationship Type="http://schemas.openxmlformats.org/officeDocument/2006/relationships/notesMaster" Target="/ppt/notesMasters/notesMaster1.xml" Id="R95ead71f6fe54f3f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1f503885475343d4" /><Relationship Type="http://schemas.openxmlformats.org/officeDocument/2006/relationships/notesMaster" Target="/ppt/notesMasters/notesMaster1.xml" Id="Rd548563c973c4d4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28fb6bfbf2c4eec" /><Relationship Type="http://schemas.openxmlformats.org/officeDocument/2006/relationships/notesMaster" Target="/ppt/notesMasters/notesMaster1.xml" Id="Rd68f2d04b6c6487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88b1927f9abd4b37" /><Relationship Type="http://schemas.openxmlformats.org/officeDocument/2006/relationships/notesMaster" Target="/ppt/notesMasters/notesMaster1.xml" Id="R0244edfa72014476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53e2118b98a345b2" /><Relationship Type="http://schemas.openxmlformats.org/officeDocument/2006/relationships/notesMaster" Target="/ppt/notesMasters/notesMaster1.xml" Id="Re66ba6aa15434693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16f82f4947584fa9" /><Relationship Type="http://schemas.openxmlformats.org/officeDocument/2006/relationships/notesMaster" Target="/ppt/notesMasters/notesMaster1.xml" Id="R745b6711fe2e4fa5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f164b3683b7e46b4" /><Relationship Type="http://schemas.openxmlformats.org/officeDocument/2006/relationships/notesMaster" Target="/ppt/notesMasters/notesMaster1.xml" Id="Rb3cdf5cb213d4c47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adfda2c0aaec4e62" /><Relationship Type="http://schemas.openxmlformats.org/officeDocument/2006/relationships/notesMaster" Target="/ppt/notesMasters/notesMaster1.xml" Id="R7af490dba44f4213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f2de42dab25c49b5" /><Relationship Type="http://schemas.openxmlformats.org/officeDocument/2006/relationships/notesMaster" Target="/ppt/notesMasters/notesMaster1.xml" Id="Rcff591bd7fa44770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6e8714a99c1b4d7e" /><Relationship Type="http://schemas.openxmlformats.org/officeDocument/2006/relationships/notesMaster" Target="/ppt/notesMasters/notesMaster1.xml" Id="R532d425b48f74c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7f38f2463e4b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2d8e3a54684023" /><Relationship Type="http://schemas.openxmlformats.org/officeDocument/2006/relationships/slideLayout" Target="/ppt/slideLayouts/slideLayout1.xml" Id="R4117830162994d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17830162994d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d9644f14d4833" /><Relationship Type="http://schemas.openxmlformats.org/officeDocument/2006/relationships/notesSlide" Target="/ppt/notesSlides/notesSlide1.xml" Id="R8f5ef0c91d7747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e634b9c2d40bc" /><Relationship Type="http://schemas.openxmlformats.org/officeDocument/2006/relationships/notesSlide" Target="/ppt/notesSlides/notesSlide2.xml" Id="Rd6196aba8f4b40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281b8650e54d97" /><Relationship Type="http://schemas.openxmlformats.org/officeDocument/2006/relationships/image" Target="/ppt/media/image.png" Id="R31814d2f4bc34c80" /><Relationship Type="http://schemas.openxmlformats.org/officeDocument/2006/relationships/image" Target="/ppt/media/image.svg" Id="Rd8eb51a2950d452c" /><Relationship Type="http://schemas.openxmlformats.org/officeDocument/2006/relationships/notesSlide" Target="/ppt/notesSlides/notesSlide3.xml" Id="Rc43aec41104c46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362371fe4460b" /><Relationship Type="http://schemas.openxmlformats.org/officeDocument/2006/relationships/image" Target="/ppt/media/image2.png" Id="Rbb2774606d984171" /><Relationship Type="http://schemas.openxmlformats.org/officeDocument/2006/relationships/image" Target="/ppt/media/image2.svg" Id="R753f26c9bcb44b5a" /><Relationship Type="http://schemas.openxmlformats.org/officeDocument/2006/relationships/notesSlide" Target="/ppt/notesSlides/notesSlide4.xml" Id="R7390b50d6f5643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b9907869c4ebb" /><Relationship Type="http://schemas.openxmlformats.org/officeDocument/2006/relationships/notesSlide" Target="/ppt/notesSlides/notesSlide5.xml" Id="R51e1520f0d814c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315ae3a6884a33" /><Relationship Type="http://schemas.openxmlformats.org/officeDocument/2006/relationships/image" Target="/ppt/media/image3.png" Id="R55f75460eb8f43e3" /><Relationship Type="http://schemas.openxmlformats.org/officeDocument/2006/relationships/image" Target="/ppt/media/image3.svg" Id="R0a7516ed52824073" /><Relationship Type="http://schemas.openxmlformats.org/officeDocument/2006/relationships/notesSlide" Target="/ppt/notesSlides/notesSlide6.xml" Id="R4d63851819164e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9d5f07417432d" /><Relationship Type="http://schemas.openxmlformats.org/officeDocument/2006/relationships/notesSlide" Target="/ppt/notesSlides/notesSlide7.xml" Id="Rc66cf201dd354c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bb3dee7f6a4fe5" /><Relationship Type="http://schemas.openxmlformats.org/officeDocument/2006/relationships/image" Target="/ppt/media/image4.png" Id="R2943c6ab97794b95" /><Relationship Type="http://schemas.openxmlformats.org/officeDocument/2006/relationships/image" Target="/ppt/media/image4.svg" Id="Rba11d23019c34e7d" /><Relationship Type="http://schemas.openxmlformats.org/officeDocument/2006/relationships/notesSlide" Target="/ppt/notesSlides/notesSlide8.xml" Id="R1cd3071077f944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87b0adc18448b4" /><Relationship Type="http://schemas.openxmlformats.org/officeDocument/2006/relationships/notesSlide" Target="/ppt/notesSlides/notesSlide9.xml" Id="R6428aa71537b4e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69bbffb554fab" /><Relationship Type="http://schemas.openxmlformats.org/officeDocument/2006/relationships/notesSlide" Target="/ppt/notesSlides/notesSlide10.xml" Id="R1e7e52025859474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eb9051d04d45e8" /><Relationship Type="http://schemas.openxmlformats.org/officeDocument/2006/relationships/notesSlide" Target="/ppt/notesSlides/notesSlide11.xml" Id="Rce460356c33c49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653f9997f4d85" /><Relationship Type="http://schemas.openxmlformats.org/officeDocument/2006/relationships/notesSlide" Target="/ppt/notesSlides/notesSlide12.xml" Id="R19baf0bca541444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45fb1527947d3" /><Relationship Type="http://schemas.openxmlformats.org/officeDocument/2006/relationships/image" Target="/ppt/media/image5.png" Id="R1b71fb281d314fcd" /><Relationship Type="http://schemas.openxmlformats.org/officeDocument/2006/relationships/image" Target="/ppt/media/image5.svg" Id="R8bbf5b47f37545be" /><Relationship Type="http://schemas.openxmlformats.org/officeDocument/2006/relationships/notesSlide" Target="/ppt/notesSlides/notesSlide13.xml" Id="Rde3076f5005b4b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6d31c726f46f1" /><Relationship Type="http://schemas.openxmlformats.org/officeDocument/2006/relationships/image" Target="/ppt/media/image6.png" Id="Rc328a456ae174998" /><Relationship Type="http://schemas.openxmlformats.org/officeDocument/2006/relationships/image" Target="/ppt/media/image6.svg" Id="Re521b1712269484a" /><Relationship Type="http://schemas.openxmlformats.org/officeDocument/2006/relationships/notesSlide" Target="/ppt/notesSlides/notesSlide14.xml" Id="R7d2da8bc37b0419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ce08181e040d6" /><Relationship Type="http://schemas.openxmlformats.org/officeDocument/2006/relationships/image" Target="/ppt/media/image7.png" Id="R541f0daf6fa24208" /><Relationship Type="http://schemas.openxmlformats.org/officeDocument/2006/relationships/image" Target="/ppt/media/image7.svg" Id="Rae24d399c7e7487b" /><Relationship Type="http://schemas.openxmlformats.org/officeDocument/2006/relationships/notesSlide" Target="/ppt/notesSlides/notesSlide15.xml" Id="R3b5160fc7d8b4d6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8b321dbe04be6" /><Relationship Type="http://schemas.openxmlformats.org/officeDocument/2006/relationships/notesSlide" Target="/ppt/notesSlides/notesSlide16.xml" Id="R6bd1463a4ac04cb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2720210c594fca" /><Relationship Type="http://schemas.openxmlformats.org/officeDocument/2006/relationships/image" Target="/ppt/media/image8.png" Id="Red57a8353cfe49ba" /><Relationship Type="http://schemas.openxmlformats.org/officeDocument/2006/relationships/image" Target="/ppt/media/image8.svg" Id="R7e047b07107d4710" /><Relationship Type="http://schemas.openxmlformats.org/officeDocument/2006/relationships/notesSlide" Target="/ppt/notesSlides/notesSlide17.xml" Id="R6a6b0df6d8fb47a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23e8649954afc" /><Relationship Type="http://schemas.openxmlformats.org/officeDocument/2006/relationships/notesSlide" Target="/ppt/notesSlides/notesSlide18.xml" Id="Rb44e72cd59eb453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c459c297d4c40" /><Relationship Type="http://schemas.openxmlformats.org/officeDocument/2006/relationships/notesSlide" Target="/ppt/notesSlides/notesSlide19.xml" Id="R7c4f704d73fe40d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36250764f341ff" /><Relationship Type="http://schemas.openxmlformats.org/officeDocument/2006/relationships/notesSlide" Target="/ppt/notesSlides/notesSlide20.xml" Id="R200226641b704fe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c6d9e1bbd64834" /><Relationship Type="http://schemas.openxmlformats.org/officeDocument/2006/relationships/notesSlide" Target="/ppt/notesSlides/notesSlide21.xml" Id="Rb3fcc6dff7564b6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2bcdb5b0574ca8" /><Relationship Type="http://schemas.openxmlformats.org/officeDocument/2006/relationships/notesSlide" Target="/ppt/notesSlides/notesSlide22.xml" Id="R4d6f359baef24d8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b4a2a3c334c92" /><Relationship Type="http://schemas.openxmlformats.org/officeDocument/2006/relationships/image" Target="/ppt/media/image9.png" Id="Rc14e37f5753c46e0" /><Relationship Type="http://schemas.openxmlformats.org/officeDocument/2006/relationships/image" Target="/ppt/media/image9.svg" Id="R1a11ca0c44dc4624" /><Relationship Type="http://schemas.openxmlformats.org/officeDocument/2006/relationships/notesSlide" Target="/ppt/notesSlides/notesSlide23.xml" Id="Rb67325ec4adb4ac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85e93d611a474c" /><Relationship Type="http://schemas.openxmlformats.org/officeDocument/2006/relationships/image" Target="/ppt/media/image10.png" Id="Red4549c483934782" /><Relationship Type="http://schemas.openxmlformats.org/officeDocument/2006/relationships/image" Target="/ppt/media/image10.svg" Id="Rd3563b37771d4c16" /><Relationship Type="http://schemas.openxmlformats.org/officeDocument/2006/relationships/notesSlide" Target="/ppt/notesSlides/notesSlide24.xml" Id="R6b38a9a98a0d4ee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498bab883423e" /><Relationship Type="http://schemas.openxmlformats.org/officeDocument/2006/relationships/notesSlide" Target="/ppt/notesSlides/notesSlide25.xml" Id="R5170546e1fdf485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664c92b2614e9f" /><Relationship Type="http://schemas.openxmlformats.org/officeDocument/2006/relationships/notesSlide" Target="/ppt/notesSlides/notesSlide26.xml" Id="Rb481a43a6f86449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c5eb58c804599" /><Relationship Type="http://schemas.openxmlformats.org/officeDocument/2006/relationships/image" Target="/ppt/media/image11.png" Id="R13886e43b6224ef8" /><Relationship Type="http://schemas.openxmlformats.org/officeDocument/2006/relationships/image" Target="/ppt/media/image11.svg" Id="R70332a4d0ac14df4" /><Relationship Type="http://schemas.openxmlformats.org/officeDocument/2006/relationships/notesSlide" Target="/ppt/notesSlides/notesSlide27.xml" Id="R59892a53a9bb46f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15fc5665f4317" /><Relationship Type="http://schemas.openxmlformats.org/officeDocument/2006/relationships/notesSlide" Target="/ppt/notesSlides/notesSlide28.xml" Id="Rc8c552446190470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7a0951e8da4f5c" /><Relationship Type="http://schemas.openxmlformats.org/officeDocument/2006/relationships/notesSlide" Target="/ppt/notesSlides/notesSlide29.xml" Id="Reb97981698684b1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acb9ef54634747" /><Relationship Type="http://schemas.openxmlformats.org/officeDocument/2006/relationships/image" Target="/ppt/media/image12.png" Id="Rcfb2f43997704182" /><Relationship Type="http://schemas.openxmlformats.org/officeDocument/2006/relationships/image" Target="/ppt/media/image12.svg" Id="Rdc258cc9db624592" /><Relationship Type="http://schemas.openxmlformats.org/officeDocument/2006/relationships/notesSlide" Target="/ppt/notesSlides/notesSlide30.xml" Id="Rcd1b9f17c230408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fc19e95d8407f" /><Relationship Type="http://schemas.openxmlformats.org/officeDocument/2006/relationships/image" Target="/ppt/media/image13.png" Id="R1d61d9e89c704a39" /><Relationship Type="http://schemas.openxmlformats.org/officeDocument/2006/relationships/image" Target="/ppt/media/image13.svg" Id="Re37e6703fcf44094" /><Relationship Type="http://schemas.openxmlformats.org/officeDocument/2006/relationships/notesSlide" Target="/ppt/notesSlides/notesSlide31.xml" Id="Re299e02d741643d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6a330385942e6" /><Relationship Type="http://schemas.openxmlformats.org/officeDocument/2006/relationships/image" Target="/ppt/media/image14.png" Id="R1c18da7ec4174c1e" /><Relationship Type="http://schemas.openxmlformats.org/officeDocument/2006/relationships/image" Target="/ppt/media/image14.svg" Id="R35ad5534adef44ad" /><Relationship Type="http://schemas.openxmlformats.org/officeDocument/2006/relationships/notesSlide" Target="/ppt/notesSlides/notesSlide32.xml" Id="Rdd9405142fe54e2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34ee83deb4595" /><Relationship Type="http://schemas.openxmlformats.org/officeDocument/2006/relationships/notesSlide" Target="/ppt/notesSlides/notesSlide33.xml" Id="Rc785719af4e34a2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2baeed81d41fd" /><Relationship Type="http://schemas.openxmlformats.org/officeDocument/2006/relationships/notesSlide" Target="/ppt/notesSlides/notesSlide34.xml" Id="R1aaa6a2e5f3946d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ca1fc81f444c83" /><Relationship Type="http://schemas.openxmlformats.org/officeDocument/2006/relationships/image" Target="/ppt/media/image15.png" Id="R817364608cc6418d" /><Relationship Type="http://schemas.openxmlformats.org/officeDocument/2006/relationships/image" Target="/ppt/media/image15.svg" Id="R54b562274e164e49" /><Relationship Type="http://schemas.openxmlformats.org/officeDocument/2006/relationships/notesSlide" Target="/ppt/notesSlides/notesSlide35.xml" Id="R1c553674c0b7485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274200ad454c59" /><Relationship Type="http://schemas.openxmlformats.org/officeDocument/2006/relationships/notesSlide" Target="/ppt/notesSlides/notesSlide36.xml" Id="R6aa01137552e45f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f4845168841de" /><Relationship Type="http://schemas.openxmlformats.org/officeDocument/2006/relationships/notesSlide" Target="/ppt/notesSlides/notesSlide37.xml" Id="R09f0e1a3ecee438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9e0e2f86b8477e" /><Relationship Type="http://schemas.openxmlformats.org/officeDocument/2006/relationships/notesSlide" Target="/ppt/notesSlides/notesSlide38.xml" Id="R73fce1b9706d495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d831684da4620" /><Relationship Type="http://schemas.openxmlformats.org/officeDocument/2006/relationships/notesSlide" Target="/ppt/notesSlides/notesSlide39.xml" Id="R181e3c5147f3415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c2bdea64e4b0e" /><Relationship Type="http://schemas.openxmlformats.org/officeDocument/2006/relationships/notesSlide" Target="/ppt/notesSlides/notesSlide40.xml" Id="R4bdfc44f5f684fe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0b82224094f60" /><Relationship Type="http://schemas.openxmlformats.org/officeDocument/2006/relationships/notesSlide" Target="/ppt/notesSlides/notesSlide41.xml" Id="R268a0506bf89473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0133224f4746a1" /><Relationship Type="http://schemas.openxmlformats.org/officeDocument/2006/relationships/image" Target="/ppt/media/image16.png" Id="R70c16da5fc854839" /><Relationship Type="http://schemas.openxmlformats.org/officeDocument/2006/relationships/image" Target="/ppt/media/image16.svg" Id="R9f127388263d40bb" /><Relationship Type="http://schemas.openxmlformats.org/officeDocument/2006/relationships/notesSlide" Target="/ppt/notesSlides/notesSlide42.xml" Id="R183645dccaf545bc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069383615497b" /><Relationship Type="http://schemas.openxmlformats.org/officeDocument/2006/relationships/notesSlide" Target="/ppt/notesSlides/notesSlide43.xml" Id="R67d7a7e4ec07485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061ac6d4e7459a" /><Relationship Type="http://schemas.openxmlformats.org/officeDocument/2006/relationships/image" Target="/ppt/media/image17.png" Id="R0efe1d9044b84e83" /><Relationship Type="http://schemas.openxmlformats.org/officeDocument/2006/relationships/image" Target="/ppt/media/image17.svg" Id="Ra8d6506cd4a7472a" /><Relationship Type="http://schemas.openxmlformats.org/officeDocument/2006/relationships/notesSlide" Target="/ppt/notesSlides/notesSlide44.xml" Id="Rf47c6aa96be9430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488cf947e84376" /><Relationship Type="http://schemas.openxmlformats.org/officeDocument/2006/relationships/notesSlide" Target="/ppt/notesSlides/notesSlide45.xml" Id="Ra4995aeb008d4496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054906f43473a" /><Relationship Type="http://schemas.openxmlformats.org/officeDocument/2006/relationships/image" Target="/ppt/media/image18.png" Id="R6227102c8ac444bf" /><Relationship Type="http://schemas.openxmlformats.org/officeDocument/2006/relationships/image" Target="/ppt/media/image18.svg" Id="Rab16decb016b4c6f" /><Relationship Type="http://schemas.openxmlformats.org/officeDocument/2006/relationships/notesSlide" Target="/ppt/notesSlides/notesSlide46.xml" Id="R07ed110ea59044b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33d073fd84e75" /><Relationship Type="http://schemas.openxmlformats.org/officeDocument/2006/relationships/notesSlide" Target="/ppt/notesSlides/notesSlide47.xml" Id="R208d1fec1975469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4716e516b42b1" /><Relationship Type="http://schemas.openxmlformats.org/officeDocument/2006/relationships/notesSlide" Target="/ppt/notesSlides/notesSlide48.xml" Id="R92736a661b5644e0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31761b3a14e51" /><Relationship Type="http://schemas.openxmlformats.org/officeDocument/2006/relationships/image" Target="/ppt/media/image19.png" Id="R4ad16d6e72054cd2" /><Relationship Type="http://schemas.openxmlformats.org/officeDocument/2006/relationships/image" Target="/ppt/media/image19.svg" Id="R4802864c11f44383" /><Relationship Type="http://schemas.openxmlformats.org/officeDocument/2006/relationships/notesSlide" Target="/ppt/notesSlides/notesSlide49.xml" Id="Rf0029ca4a814405e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f5394a2fac4710" /><Relationship Type="http://schemas.openxmlformats.org/officeDocument/2006/relationships/notesSlide" Target="/ppt/notesSlides/notesSlide50.xml" Id="R65d7417b8c9341e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fb698b04d4474" /><Relationship Type="http://schemas.openxmlformats.org/officeDocument/2006/relationships/notesSlide" Target="/ppt/notesSlides/notesSlide51.xml" Id="R3fbc4e70038a40c0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4ce16bcc044f46" /><Relationship Type="http://schemas.openxmlformats.org/officeDocument/2006/relationships/notesSlide" Target="/ppt/notesSlides/notesSlide52.xml" Id="R49ac3a02f20141cb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cf94a02bd4248" /><Relationship Type="http://schemas.openxmlformats.org/officeDocument/2006/relationships/notesSlide" Target="/ppt/notesSlides/notesSlide53.xml" Id="R8909c5b895d44827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8b0aeef7a4d09" /><Relationship Type="http://schemas.openxmlformats.org/officeDocument/2006/relationships/image" Target="/ppt/media/image20.png" Id="Rad298cedfe5b4243" /><Relationship Type="http://schemas.openxmlformats.org/officeDocument/2006/relationships/image" Target="/ppt/media/image20.svg" Id="R10206e6b5dd641a6" /><Relationship Type="http://schemas.openxmlformats.org/officeDocument/2006/relationships/notesSlide" Target="/ppt/notesSlides/notesSlide54.xml" Id="R5eaa0012b6594f68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02fd8caf44446" /><Relationship Type="http://schemas.openxmlformats.org/officeDocument/2006/relationships/notesSlide" Target="/ppt/notesSlides/notesSlide55.xml" Id="Rf3aead0ed8a34e1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bf5ffc86974583" /><Relationship Type="http://schemas.openxmlformats.org/officeDocument/2006/relationships/notesSlide" Target="/ppt/notesSlides/notesSlide56.xml" Id="R6d842a08d9734935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24a6992b649de" /><Relationship Type="http://schemas.openxmlformats.org/officeDocument/2006/relationships/notesSlide" Target="/ppt/notesSlides/notesSlide57.xml" Id="Rda3d34e677dd45b9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9b06622fa4de5" /><Relationship Type="http://schemas.openxmlformats.org/officeDocument/2006/relationships/notesSlide" Target="/ppt/notesSlides/notesSlide58.xml" Id="Rd816fefb9e914dd0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516f45a3c4ded" /><Relationship Type="http://schemas.openxmlformats.org/officeDocument/2006/relationships/notesSlide" Target="/ppt/notesSlides/notesSlide59.xml" Id="R23d7f7efe6f94467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2dd4147024ad6" /><Relationship Type="http://schemas.openxmlformats.org/officeDocument/2006/relationships/notesSlide" Target="/ppt/notesSlides/notesSlide60.xml" Id="R7b70199ec1304e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AA2C38-517F-476B-899E-85E1AACA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C7496-9BA9-4749-9473-98415DD6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3-HOUR TRAINING | 60 SLIDES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204F4B-D12A-426F-B5D8-E5803DF6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Build Reliable Claude Code Workflows with Guardrails and Tests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3A969-BCD7-455D-9DBC-911D05CF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0363200" cy="445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65F"/>
                </a:solidFill>
                <a:latin typeface="Aptos"/>
                <a:ea typeface="Aptos"/>
                <a:cs typeface="Aptos"/>
              </a:rPr>
              <a:t>Harness engineering for safer AI coding agents, tool ecosystems, compound workflows, and reviewable autonomy.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34BCA-277B-4275-B7AC-2B9DCD0C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81021-50B7-4344-9759-74C96F23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10943C-3111-4153-AE0D-E3320246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6310071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8D8EAA-FA03-4D82-8DDA-14ACDF95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A0B7B-5061-4EF8-A27C-756B2488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SESSION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73F33-FD07-401F-918E-3842DFFB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Three Hours, Three Layers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264C6-20FE-4E10-B975-031937E5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AC23E-42AB-4CFB-949F-9869CC68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302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1 Hour 1 Reliable agent workflows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C03EF-5D82-43DA-AED0-56819A1F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3022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A665F"/>
                </a:solidFill>
                <a:latin typeface="Aptos"/>
                <a:ea typeface="Aptos"/>
                <a:cs typeface="Aptos"/>
              </a:rPr>
              <a:t>specs, permissions, hooks, tests, and review.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2F4A37-19E8-49DC-8704-509EAF3C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F74850-A792-42DD-83D9-DD592ED7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485900"/>
            <a:ext cx="302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2 Hour 2 Skills, MCP, and plugins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9F9EFA-2ABA-4279-A294-45B0D0FC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790700"/>
            <a:ext cx="3022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A665F"/>
                </a:solidFill>
                <a:latin typeface="Aptos"/>
                <a:ea typeface="Aptos"/>
                <a:cs typeface="Aptos"/>
              </a:rPr>
              <a:t>extending the agent without losing control.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FB460-4A91-4CA1-AFC5-B24D9E02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EA93A-9BA1-4F9E-B548-2426CB97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3 Hour 3 Compound engineering and agent dreaming: orchestrated systems that rehearse before they 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97E96-64C3-4A3D-9B29-B51E1DE3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9B5426-D815-4EB6-B578-7772226A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773324-1F1B-4736-88FE-AAFDAE87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3829218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ED5A7C-7F78-49A6-89A9-0319FABB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850107-FC6B-4E42-80E9-0AAB7ED3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0BCA4-AB57-4222-972B-DFFAB960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We Are Building Toward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814d2f4bc34c80">
            <a:extLst>
              <a:ext uri="{96DAC541-7B7A-43D3-8B79-37D633B846F1}">
                <asvg:svgBlip xmlns:asvg="http://schemas.microsoft.com/office/drawing/2016/SVG/main" r:embed="Rd8eb51a2950d45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AEC072-0ACB-44C2-B2C7-9794EC9D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9055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65F"/>
                </a:solidFill>
                <a:latin typeface="Aptos"/>
                <a:ea typeface="Aptos"/>
                <a:cs typeface="Aptos"/>
              </a:rPr>
              <a:t>The target is not a clever prompt. The target is a repeatable operating system for AI-assisted development.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39685F-D085-40D7-9D0D-A4AA210C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42A47-6D47-4FDA-8529-710D7BF7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789DB-2FA4-4B4C-8546-B9729234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4257417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09ADE5-6435-46E7-B845-A4A27FA6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FF6B7-CF7D-4953-9C2D-10E69444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WHY THIS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F5C345-E9AC-4FF2-8E0B-B9847FAA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Speed Without Structure Creates Risk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2774606d984171">
            <a:extLst>
              <a:ext uri="{96DAC541-7B7A-43D3-8B79-37D633B846F1}">
                <asvg:svgBlip xmlns:asvg="http://schemas.microsoft.com/office/drawing/2016/SVG/main" r:embed="R753f26c9bcb44b5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BEA9B-245C-4382-AA16-6A80A707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9055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Large opaque diffs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Unclear assumptions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Skipped validation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Tool overreach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Scoped tasks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Auditable actions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Automated checks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Human approval points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4AABE6-4A4D-444F-BE60-E9DD02FB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0149D4-EF53-4C3C-B544-5F8B13A0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78895-7486-43CE-BC2E-038D9DEB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42173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7544B4-74DD-476A-95EB-5CABC458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BDFFC3-C475-46AC-93DC-01C8584A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RELIABILITY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5C503-BB4A-490C-BC04-8BCC768B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The Model Is Not the Whole 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83AD0-3BCC-4D7E-995B-6EF21EEF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3CCEC-4E6F-4BD9-9320-D0A82186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Model Reasoning, code generation, summarization, planning.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37416-ED9D-4891-BD47-FDBE2FB5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62A56B-0386-495B-904A-D9D57E73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Harness Instructions, tools, permissions, tests, logs,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DDC80F-9792-40A7-A468-3823088B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9E7628-02F0-4094-B100-E59DABDD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Organization Policy, ownership, release process, security posture.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4EC387-0ABA-4F9D-8D5A-B7F5462C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491F19-F94D-46F9-8A6E-A08EA01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7F9C7-7492-4159-8207-84F0579B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1002051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A9393B-378E-4179-B1AB-2FFB931A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51E1AF-99FF-4005-A823-DE2D026E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BB132F-9C02-412F-8854-24A51A90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Where Coding Agents Go Wrong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75460eb8f43e3">
            <a:extLst>
              <a:ext uri="{96DAC541-7B7A-43D3-8B79-37D633B846F1}">
                <asvg:svgBlip xmlns:asvg="http://schemas.microsoft.com/office/drawing/2016/SVG/main" r:embed="R0a7516ed5282407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0BD561-432D-4050-9A0D-B1FDC920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420BA-AF0B-4FD1-A70B-1CCD30F0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Intent drift Solves a nearby problem.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378794-6C0B-44D6-8370-09E88B14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163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A6E4D-4E55-4C91-AF12-0DE777BE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613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Scope creep Changes unrelated files.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EF3BD4-6AD4-4554-86C7-FA856170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D3A800-F092-4E6F-A232-BD84011E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Invented facts Assumes APIs or project rules.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6A249-ED55-4C40-9B6A-4F8286A0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1588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842176-56E8-4113-B751-EEF1B129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Tool misuse Runs risky commands too early.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A9D6E7-F467-4157-8B98-1777D777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BECBBF-446F-4E95-B7CE-D6920FAD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Weak evidence Reports done without proof.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24F47-B711-4745-9938-C419249A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163" y="274320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CE2277-4BC6-44D7-A550-1390BAA1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613" y="289560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Review fatigue Leaves humans with an unreadable diff.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B387BA-F965-41E7-9765-412DC280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FF690E-6D42-480E-B702-55E2C1FC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6 / 60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E9FE42-E92D-4AA4-AA70-70228550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4053151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113685-A8A2-41F0-BD1E-0CEEA4F6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949BAF-06A0-4928-8F3E-88BF4920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HARNESS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D8D50-EEE2-47F5-BD64-7956CF11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The Discipline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3ACB11-B4CB-4C9D-A5F2-5DAC65DF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Specify: define task, scope, non-goals, and evidence.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Constrain: limit tools, filesystem, credentials, and blast radius.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Validate: require tests, logs, screenshots, or artifacts.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Review: keep human judgment at meaningful decision points.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0E08DD-6A53-43D2-AA0C-D9CD2517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24162-46F2-430C-B68B-B102CCF1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7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00162D-C47E-43DD-A417-22B28F48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0844774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38DFBA-24B2-437B-B2EB-E82D7BC5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A6C64D-0D2C-473E-A67F-6EDE664C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TASK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0ECC59-2C53-4FCD-9299-FDCE442C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A Reliable Task Has Four Parts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3c6ab97794b95">
            <a:extLst>
              <a:ext uri="{96DAC541-7B7A-43D3-8B79-37D633B846F1}">
                <asvg:svgBlip xmlns:asvg="http://schemas.microsoft.com/office/drawing/2016/SVG/main" r:embed="Rba11d23019c34e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7DD76C-846D-4BE4-9DEF-D281F5F0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4FC618-38D1-497D-9E3F-0E549068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Objective What should be true when the task is done?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16118-2EFE-4F8A-AEAA-D9139F73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35255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2276C-A24F-4396-8D5E-A069EF73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50495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Scope Which files, modules, and behaviors are in bounds?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44AC8-D748-4521-BE81-7EFDAEAF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09B703-AA96-4412-82F6-D0A8340F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Non-goals What should the agent avoid changing?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5B2B36-EF4D-4F9F-839E-06CBACC2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4320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96B74C-8B84-4357-8F09-4FD99D29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89560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Evidence Which checks prove the work is credible?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42F14-2704-47B7-A095-D822101B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F6A18D-2F0D-4D19-8938-4A245890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8 / 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FE59A-56BE-4186-BA8E-0A15ACDE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3435555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500D83-4AFE-487D-80E5-515397DB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D9E28-DF1C-4A22-AF5E-50783D85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47257F-74D8-4411-8CDD-AA8B2193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Weak Prompt vs Task Contract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C5B62-07B6-42CD-AE35-D467D517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Fix broken revenue filter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Edit dashboard module only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No visual redesign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Run focused UI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29D62-6E84-4D1F-8A3B-0939423F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6AD7D-32A7-4C67-BC87-9A5C2D2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9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78A7CA-5485-4E66-A298-646DBFF7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3939833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6F3AE3-3502-4051-8AE0-F747D9D8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7FA29-97D5-4EC9-B38D-A6744FB8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EXERCISE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2AE31-FDB4-472D-8565-8D6A583E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Rewrite a Risky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4FC239-996C-40F6-BD14-283795B8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17201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22309C-569C-4228-8602-9805C7D7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7F4E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4ED"/>
                </a:solidFill>
                <a:latin typeface="Aptos"/>
                <a:ea typeface="Aptos"/>
                <a:cs typeface="Aptos"/>
              </a:rPr>
              <a:t>"Upgrade our auth flow and make it more secure."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E864D-296D-44C4-B5FD-88EC24E9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28850"/>
            <a:ext cx="10363200" cy="3790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Specific behavior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Allowed files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Security non-goals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Required tests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44E34-005E-4FC6-AA0B-15D67643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FF1411-E95A-43B8-A604-36A5FF08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10 / 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FD0BA1-AEFD-4C12-B2E9-E251216B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5437823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A908A2-6139-47B7-AB3E-3ED6498F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1AA71-CD6F-4D44-9D50-F6A1DAAE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INSTRUCTION LAYERS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A0AEE-D0D6-4141-A673-ED01CAF3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Put Instructions Where They Belong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BDFF40-559E-44E4-B3C2-6DD7297F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FE0445-C61F-4114-93F2-2D17F57E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Global Safety posture, review behavior, irreversible action rules.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2449D-6D31-44A3-925A-7F05E433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859BA4-7589-44F1-A2FF-B12487FD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Project Architecture, test commands, coding style, release process.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CD947D-CD13-4F7B-972F-BEA7EC91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96AEC-F573-4C7B-9165-5E3176B5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Task Current goal, scope, acceptance checks, stop conditions.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15F7C2-4C0F-463C-A9E0-8ECFC697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D63949-5F90-4C57-8ACB-21922328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11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8D3CB-38D8-4D5F-A28F-024FA56E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4835252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C7A8DC-6462-44EB-ACDD-9D4A0917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7D232-CE5D-49AD-8E8E-FB202E9A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PROJECT INSTRUCTIONS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808AB1-6139-425B-85FF-A5E148889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Example Project Rules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12C642-053A-419D-A7D0-D1D88134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17201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5A720-229C-451A-BCE0-6AAC6E18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9906000" cy="424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7F4ED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F7F4ED"/>
                </a:solidFill>
                <a:latin typeface="Consolas"/>
                <a:ea typeface="Consolas"/>
                <a:cs typeface="Consolas"/>
              </a:rPr>
              <a:t>Before editing: Inspect existing patterns first. During editing: Keep changes scoped to requested modules. Before final response: Run focused tests or explain why not. List changed files and remaining risks.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8CFD7-D80A-42A8-B8D0-E9A70CE5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E8968-F7EA-46B6-AC9D-5C791EE7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12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D96D62-EA6A-4675-9C71-541AAC86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4155624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FB978F-D1CE-4CA7-BD0C-9680DCD7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0FE695-ED4E-4E68-8B93-34E78B04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PERMISSIONS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A9062A-016B-4788-ADC7-7CE42BDE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Tool Access Is a Risk Budget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71fb281d314fcd">
            <a:extLst>
              <a:ext uri="{96DAC541-7B7A-43D3-8B79-37D633B846F1}">
                <asvg:svgBlip xmlns:asvg="http://schemas.microsoft.com/office/drawing/2016/SVG/main" r:embed="R8bbf5b47f37545b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45EB7C-6568-47EA-9545-C4C0C540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EED08E-2A37-41E3-8468-8C44D68C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Allow Read code, inspect diffs, run focused tests, format touched files.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38633-733A-4E2D-8FC5-3028FACD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F76BF-2FEF-4FFD-9A71-78EA0C72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85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Ask first Install packages, edit CI, run migrations, touch auth or billing.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9098B-1CAB-4E35-808C-CE360E6A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8F3FD-B2F9-4C6B-832C-4AF2006A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980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Block Force-push, delete data, reveal secrets, publish releases unsupervised.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261E87-AD85-468B-8B43-4FF56938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0EFB0-DE21-4EEA-81BC-02FB57EB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13 / 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0D618D-61E5-4A23-96FB-C032BCF1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6907948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E56EC9-7994-46AE-B524-66B9AE55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B31451-E7AD-46A9-90F0-B4075DA9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HOOKS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00B10-4400-4970-B387-BBD0B9CA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Hooks Make Policy Executable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28a456ae174998">
            <a:extLst>
              <a:ext uri="{96DAC541-7B7A-43D3-8B79-37D633B846F1}">
                <asvg:svgBlip xmlns:asvg="http://schemas.microsoft.com/office/drawing/2016/SVG/main" r:embed="Re521b171226948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3F8D92-B7D1-4EBA-BEB0-A1D11421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EB1F80-6647-440B-BB76-3B1F98B8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Pre-flight Check branch, load context, confirm scope.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46B02-C8A6-4FA1-A2FD-AE2BF7FC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2F3EF9-2622-495F-9634-02695D14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85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During work Log tool calls, block risky commands, detect out-of-scope edits.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136A31-10A1-4FF2-B8AA-014C66A6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341B4-FE5D-4BBA-B246-48B77A31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980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Post-work Run checks, collect evidence, prepare review.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FF3E8-F333-4A79-B105-0BF41FC9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F96BE-0B6C-4D3E-95E1-81FF7F83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14 / 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70078E-13C9-404D-8427-F2EE56D0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5911293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64D1AC-B4F9-4653-8F33-DB4AA185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F4D05-D137-4153-9949-70400A14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1C33B-D17E-4B33-9111-DC1DE6B8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Tests Are the Trust Boundary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f0daf6fa24208">
            <a:extLst>
              <a:ext uri="{96DAC541-7B7A-43D3-8B79-37D633B846F1}">
                <asvg:svgBlip xmlns:asvg="http://schemas.microsoft.com/office/drawing/2016/SVG/main" r:embed="Rae24d399c7e7487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80684-19B5-49C3-9CA3-3B84E9CB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9055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65F"/>
                </a:solidFill>
                <a:latin typeface="Aptos"/>
                <a:ea typeface="Aptos"/>
                <a:cs typeface="Aptos"/>
              </a:rPr>
              <a:t>The agent can propose. Evidence makes the proposal reviewable.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B8BF4-E05F-4DFD-BC18-BDBE4FFE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4F025-5F44-4F0C-974B-D1116986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15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678CE4-631B-491A-BD3F-BA03C856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5805081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8BA3B9-B100-4F28-B0F2-5B0EEE71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3F8FD8-7EC1-448C-A007-CCA9110C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EVIDENCE LADDER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0BE13-C55F-42A2-9D08-3694D4E8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Ask for the Smallest Useful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003005-60E6-41A0-AF27-1E587025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Focused test for changed behavior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Regression check for nearby behavior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Type or lint check for touched code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Screenshot or trace for UI change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CI gate before merge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CCAD9A-F6DD-48D9-B7A6-50A3B3F0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A05E3F-86CA-4C86-8C23-B4628BE8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16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BA4533-857E-4092-AA37-E11C2F34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4245683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BB8FD0-D6E8-4B5B-87AA-C9B926EF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BAD2A-444B-473B-88D3-168337AA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OBSERVABILITY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B011F9-A72F-45DB-8D5F-3941F19D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Make Agent Work Inspectable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57a8353cfe49ba">
            <a:extLst>
              <a:ext uri="{96DAC541-7B7A-43D3-8B79-37D633B846F1}">
                <asvg:svgBlip xmlns:asvg="http://schemas.microsoft.com/office/drawing/2016/SVG/main" r:embed="R7e047b07107d47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22671C-E04B-49B5-9953-2E7D6BD5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96B607-35A9-4AD4-883E-4A8CB518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Inputs Prompt, instructions, repo context, tool permissions.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AD3FB-A0D4-4902-90E3-92F1ABD7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12013-97AA-48C9-8F86-C7790A2B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85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Actions Files read, commands run, files changed, external calls.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E6DF6-328F-40D4-8DC3-C2AEFEFB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BC912-60D9-4230-A6F5-F5046CE2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980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Outputs Diff, tests, logs, screenshots, assumptions, risks.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EB50A-B4DE-4B98-8E2D-297AAA86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CAF4C6-B742-4BAE-B79C-E69F7BCE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17 / 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A878B9-8532-40FF-9847-738335BB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38416823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83C409-729F-423E-B6C3-4481D10D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A2BDE-E322-4BDC-B218-69883DC5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82CF8-F079-4441-8206-FDA49B23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Review the Diff and the 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FD8ED-8223-43D7-B7A1-E5B74E33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Does the diff match the task contract?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Are unrelated edits absent or explained?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Did tests cover the highest-risk behavior?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Are assumptions and skipped checks visible?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CF52C-53E8-455F-8376-770F366A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ADEE8-FAA6-492E-8155-D4B86ABF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18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4198EE-F2BD-40F4-8F3D-5F3C3011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49382340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61329A-2B84-4EE4-BF1A-B8619DD4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EE2EE1-8B7B-4359-9D95-414DEE00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WORKFLOW BLUEPRINT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411B9-63E3-4940-99CE-CC613A3A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Hour 1 Reference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7610E1-AE18-406C-A1FA-3FC2906A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618A5C-6F56-4037-880F-6829055E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1 Write contract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696C2D-2511-437F-A637-4DD3113D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C2276F-2CCE-4FF8-AE2D-F47CA063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2 Load instructions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2F43E9-674E-46D8-8EEE-8064184A8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B18054-A800-48A0-8093-A65C9672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3 Constrain tools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201AF5-FF25-4991-B97C-161A7DA3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3C0C0-E798-41C8-ADBD-6184B3F7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4 Inspect first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D7BD48-AED5-4928-B5CF-00674398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A4D15E-77F7-463B-BAED-21169E46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5 Edit narrowly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F55374-25E9-4F49-BECC-883E9ACB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95C09D-D7DA-4904-AB86-A5F99E48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6 Run checks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77580D-3A66-467A-8B0E-2EC4F10E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14133A-17C9-42A4-920B-6A6570F4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7 Summarize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76841B-8CCC-41AA-8D39-46A0AEA9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DEB611-C3AE-4CBC-A6EB-4C8B5EE5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8 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7129F-8CE3-40A4-A62C-3B56560D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6D93F1-1E52-4B93-BF1C-5AD8688F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19 / 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833BF1-B20F-424E-8A1B-19872FB9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352502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5F4988-727E-4168-ACDB-2B39D13E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56F0D-E325-4989-83F1-A82FAB2C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HOUR 1 LAB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7C2750-BC36-4ADB-9598-E0C064BF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Build a Minimal 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02B555-B9C0-4F78-8446-F7374BB8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BC268-B904-4960-9125-58050A58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Pick A bug fix, UI tweak, dependency update, or test repair.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204FDE-79EB-4A75-91EF-0AE1877E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E11F1D-E024-4E7B-808A-C6BC3FBE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Design Task contract, permissions, checks, and final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B007D5-8D5B-4997-8C27-F7E809A6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A511EA-8014-4CE8-ABC9-C26A9A7C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Stress test What could the agent do wrong? Which control catches it?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7A3A5A-BCAF-4BB3-A743-B822C055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AACCD2-699A-437C-96A8-D5B03911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20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6CB9FC-6349-49AD-9030-0B802806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8592363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EF6E9A-2871-4D1C-9C47-653F0669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BC26E-CD98-445F-ADDB-09577418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HOUR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83C27-E925-4688-AA2C-F76D17D5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Skills, MCP, and Plugins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F99BB-D515-42EB-A8FB-25BD4BF6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65F"/>
                </a:solidFill>
                <a:latin typeface="Aptos"/>
                <a:ea typeface="Aptos"/>
                <a:cs typeface="Aptos"/>
              </a:rPr>
              <a:t>How to extend coding agents with reusable procedures, external context, and tool ecosystems while preserving control.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47617-6FF6-41A5-A0DF-24599501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A14CF-8EC5-4990-8AC2-98803ADC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21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590FAF-B246-4F0B-A4DB-46BBA088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36505983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8CD0FC-2ACE-49F2-AA45-76B20AE7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4E86FA-7EAA-40A0-A61E-9C0162DD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SKILLS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5C88B-1E8C-46AF-9957-C8D663DF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Is a Skill?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77BD6-818D-44F7-AFA1-4E6DA30D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855D13-829D-438C-B642-E3635585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Reusable procedure A skill teaches the agent how to perform a recurring workflow.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A7029B-4179-4F76-B3B4-6F43316D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17AEA9-7AF6-4B18-A8A4-1F0E39B0B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Local expertise It packages instructions, examples, scripts, templates, and assets.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039678-6F8C-4FDF-8B15-A84E48B4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EC527-B118-4DAD-B303-98DFD1EC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Triggerable memory It activates when the task clearly matches its purpose.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D09007-D025-42C7-BE8D-11C1A6A6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B71B5E-0519-46A0-B0D0-CE4010DB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22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15B1E8-07D0-44A7-9596-374136F4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75583402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3353D1-3EF9-436F-B297-35EBD8E1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1A83C4-9D7F-480A-A398-FE3B35EB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SKILL ANATOMY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75E20-4DE1-4EB4-B238-A36C0402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A Skill Should Contain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4e37f5753c46e0">
            <a:extLst>
              <a:ext uri="{96DAC541-7B7A-43D3-8B79-37D633B846F1}">
                <asvg:svgBlip xmlns:asvg="http://schemas.microsoft.com/office/drawing/2016/SVG/main" r:embed="R1a11ca0c44dc46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029BB-B494-46C1-A9CC-A4A64491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564432-12A6-4C9C-ADAC-8F517A57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Purpose When to use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F52BFA-23CB-4B69-806E-B3166DA8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163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667A8F-E06E-4FF9-8928-E0D1BC07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613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Workflow Steps the agent should follow.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B010F1-774E-4066-A30B-CAB02B72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F2804-2BC8-4891-8E0F-9953F4DE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References Docs, examples, policies.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E7CC2-7212-47FE-B1A2-D13F440E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1588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B78E11-3B4F-4777-A412-453C36AA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Scripts Reusable automation.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6E6272-C8BE-475B-B722-455F87E8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531D28-49F3-44E6-A9BE-BF545E75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Assets Templates and starter files.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499D88-D88A-45DC-B767-BB2AB41B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163" y="274320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9A1DEB-6947-4491-8B88-F25093C6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613" y="289560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Verification How to prove success.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9B654F-0E4B-431F-995A-80BFCA37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91857A-DB88-43C9-B1E5-62FF050C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23 / 60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1DE653-A19C-4DA6-A011-33B1D57E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37151688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4193D5-147D-433B-833A-086485D4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647BD8-3AEE-4EC9-AA65-E9A679C3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SKILL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661A8-F0BF-417C-BAD9-703BCDC4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Security Fix Skill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4549c483934782">
            <a:extLst>
              <a:ext uri="{96DAC541-7B7A-43D3-8B79-37D633B846F1}">
                <asvg:svgBlip xmlns:asvg="http://schemas.microsoft.com/office/drawing/2016/SVG/main" r:embed="Rd3563b37771d4c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CC869C-9DAE-43D6-B0D6-DC5DAFF3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905500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17201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29E2A-68BD-4A79-9DA3-3D2EFEE3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5448300" cy="424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7F4ED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F7F4ED"/>
                </a:solidFill>
                <a:latin typeface="Consolas"/>
                <a:ea typeface="Consolas"/>
                <a:cs typeface="Consolas"/>
              </a:rPr>
              <a:t>Use when: A validated security finding needs a fix. Process: 1. Confirm source, sink, and exploit path. 2. Patch the smallest safe boundary. 3. Add regression coverage. 4. Report residual risk.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2AF960-CF43-4082-9343-6148B35F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130CA-8BFE-41A0-B8DF-8F27C2A6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24 / 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7E005E-160B-444B-A692-D4AB210C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0177200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5FA5FC-FF26-447C-B1DC-9FBCD01F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751EAD-00B3-4345-B87E-7A11E943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SKILL EXAMPLES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1641AF-98A6-4F41-AFE1-D6F42B05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Good Skill Candidates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05AC6-D24E-4207-9564-9FA077F8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A6FF4-8E0C-496F-AD76-FB1F98A2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PR review Find bugs, risks, and test gaps.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D8177-2F05-4A05-898B-60A90E76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3603D-8614-43CF-A469-1C9A2A7E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Release notes Summarize commits into user-facing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91905E-1CE4-49B8-BC4C-C8F23D08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089C46-8992-4770-B4A2-1EF8D64C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Migration Apply repeated codebase transformations.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0A951-C325-421B-810F-6183AC64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4320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4022F-6940-4E8B-93CD-358CD434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89560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Docs update Follow voice, structure, and examples.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67099A-121B-4C50-A878-5BD4EE42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8C9CB8-B0C1-4AA5-889B-43E02A5A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25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862069-4F92-4291-8B99-6B9609C0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9271671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05FC01-A22C-43B9-80F3-AF752A7C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B30FC-23AB-4EF2-8428-040BC77D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SKILL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8D7096-0385-4561-8B4C-466BF455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When Not to Make a Skill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46366-C9A8-48C5-9020-EF55E1B2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 task is one-off and unlikely to repeat.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 process is still changing every week.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 instruction depends on hidden tribal knowledge.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 skill would bypass required human judgment.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F70FC2-BC3B-43FF-9905-7D9FA564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118D2-5201-466D-A898-3447938F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26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F96C67-3322-4398-81A4-1C5AD782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79350459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4B2CFE-8316-4A76-B2F9-ECBD96B9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8A2954-C7B7-43C8-910B-6C39C3F9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MCP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200EFB-804F-40B3-B572-88B2DAD8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Is MCP?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886e43b6224ef8">
            <a:extLst>
              <a:ext uri="{96DAC541-7B7A-43D3-8B79-37D633B846F1}">
                <asvg:svgBlip xmlns:asvg="http://schemas.microsoft.com/office/drawing/2016/SVG/main" r:embed="R70332a4d0ac14df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6BD57-365B-4FF5-A2F2-C9287C99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9055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65F"/>
                </a:solidFill>
                <a:latin typeface="Aptos"/>
                <a:ea typeface="Aptos"/>
                <a:cs typeface="Aptos"/>
              </a:rPr>
              <a:t>Model Context Protocol is a standard way for agents to connect to tools, data, and services through explicit server capabilities.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7C9E1-53A5-4B10-9F51-79E26660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1A53AF-4E90-4426-A56E-F1EEFF8F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27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92F83-24A7-4E78-ADA3-1DBBAB96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66632320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B39ADB-2EE5-4D25-808D-FED2C51C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F57F9-B1F8-4D5C-80B6-B2926CC5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MCP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BC22C-85A7-439C-9A81-F0BB4200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MCP Separates Capability From Reasoning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E1526-220B-42B3-B73D-0447456D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6EBB4-B83B-41A0-8CCB-23254C1F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Agent Chooses goals, plans steps, interprets results.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0D05A4-7B62-44A8-AAB4-37017C0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7DF3F0-E8C6-44D5-904C-8C3CCEFD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MCP server Exposes specific tools, resources, and schemas.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6D3082-FA7E-4F5E-B779-8D409D3F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E57475-3B17-435A-9509-59C014D9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Policy Controls auth, audit, permissions, and confirmation.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F5B859-90B8-49D1-B1FA-9A5B8FB6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098C69-D509-431D-90AA-7574219F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28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A644F6-B965-469E-B980-A1AB3CB0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93323788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47A5AC-1FD6-4936-AD95-EA773D33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DFD6B-9E91-494F-8FC1-AD3A194B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MCP EXAMPLES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94FE15-EC5E-4E6F-B79C-C7FD5C5F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Useful MCP Servers for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F6365F-6D31-4633-A9B5-1693FCF3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65D027-8F4D-4C75-AF7A-0602BD64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GitHub Issues, PRs, comments, checks.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13269-6C37-47A2-A340-EA60DFA3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7DEBD-B681-4552-88CE-A0623ED0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Docs Search product or internal docs.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88C461-F94B-4150-B4CF-C297D78D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EDFE8-D561-48F7-B7AD-2FF6F7BD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Database Read schemas, never raw secrets.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B162E0-E80E-47FE-887D-24A16385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305FBE-7B08-48E3-8621-BA41FA7A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CI Inspect failed jobs and logs.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DC3EAC-EA0B-453D-8EF6-61A10257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9D1D7-B63C-419F-B92F-44217B06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Calendar Coordinate release windows.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724A36-AA70-4B57-AE7D-1A42C97C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9BD2C9-A658-441A-8072-9455A330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Observability Fetch traces, logs,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A312A-1419-4B2A-9B6E-029B3F4E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434385-FC56-4BE6-A020-844C3F46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29 / 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C26AC9-13ED-46ED-8E58-1C27E9B6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29236728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5610BB-2A0B-4CA2-BFD1-734AE57E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9A1297-52CB-43E7-801E-CD2900F6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MCP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09F827-563E-46D9-AF96-2B016257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Design MCP Tools With Boundaries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2f43997704182">
            <a:extLst>
              <a:ext uri="{96DAC541-7B7A-43D3-8B79-37D633B846F1}">
                <asvg:svgBlip xmlns:asvg="http://schemas.microsoft.com/office/drawing/2016/SVG/main" r:embed="Rdc258cc9db6245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549954-5B78-4EC7-B6E1-073754C4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9055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Prefer narrow tools over generic shell or database access.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Require confirmation before writes or external side effects.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Return structured data instead of giant unbounded blobs.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Log user, tool, arguments, result, and timestamp.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530CF3-2B3A-4880-800D-1DB9B049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CCE11-E2B0-4569-8C22-C3107D73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30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D9508E-0993-4EEF-974F-CA9B0287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67439453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31FB13-4705-416D-9C6A-5018AA94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E755AD-E293-46D2-9611-A4D7F0CA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PLUGINS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3B317-B833-4B3A-AF9F-D28CF8B4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Is a Plugin?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61d9e89c704a39">
            <a:extLst>
              <a:ext uri="{96DAC541-7B7A-43D3-8B79-37D633B846F1}">
                <asvg:svgBlip xmlns:asvg="http://schemas.microsoft.com/office/drawing/2016/SVG/main" r:embed="Re37e6703fcf4409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A30F90-530B-4EFC-BB92-56BE8250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79924E-44D0-46A5-8719-8CACD45A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Packaged capability A bundle of skills, tools, apps, MCP servers, or workflows.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9A5F0-1748-4466-80D2-2D6FFA1E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3E2F1-CC1E-464D-8477-524F07D6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85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Installable surface It makes a domain available to the agent as a coherent unit.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F0124B-6C78-4F82-BF8C-B1D377BA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1352550"/>
            <a:ext cx="1879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E2114F-F77E-4960-99ED-83E51C52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9800" y="1504950"/>
            <a:ext cx="1536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Governance unit It can carry permissions, docs, and review expectations.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C419F8-378B-483A-9959-E2DD6FD9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CD0357-C28F-4BD5-B3D8-C3D029E3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31 / 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7E201-58B4-4823-9B1A-1433F7A3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82752068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E500D4-87B4-4943-83B1-8AD44C83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484135-D3A6-4975-A9AC-2B091484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4E21AD-A117-4965-8C63-DE7741E5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Skills vs MCP vs Plugins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8da7ec4174c1e">
            <a:extLst>
              <a:ext uri="{96DAC541-7B7A-43D3-8B79-37D633B846F1}">
                <asvg:svgBlip xmlns:asvg="http://schemas.microsoft.com/office/drawing/2016/SVG/main" r:embed="R35ad5534adef44a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821D62-456D-49AC-AFDD-6C378B11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1DC5C4-9DE0-4708-BD46-80B30615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Skill How to do a workflow.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E18B0C-C32F-4BF9-9EC1-E4931B8C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163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8ADD9F-ADC9-4417-95B7-49707B6A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613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MCP How to reach a tool or data source.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0861A3-473B-4636-BB7B-7C691474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10FE86-360B-4BAF-A644-CC8A831E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Plugin How to package capabilities.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1EDC28-C04F-4D86-A771-D903202F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1588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1D8D2D-12C2-4B9A-882E-C042C642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Instruction What rules apply.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01481D-3DCB-464F-A561-BA1DC0AC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A90CCC-9C4F-40AD-AA09-184F6950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Hook What gets enforced.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0C73C2-A2B8-4B9F-9370-35EDD8BC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163" y="274320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8FA121-8815-4909-91EF-44B75884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613" y="289560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Test What proves it worked.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BEEE5-4F5C-4334-AA48-A63D9B34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0C4FE1-E22E-4AF1-A4C8-C40B6DD1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32 / 60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748DE0-BDEE-42C2-83D0-69D04C71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37788572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64ECFF-4E10-43FD-8E00-4680048C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6CFE10-D8C9-4709-AF3C-162DCC8E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PLUGIN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EB19B-D7E8-4BC8-99B1-99AA449E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GitHub Workflow Plugin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509E73-D6A5-4A25-8FC5-BF0AA810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C136D2-E7C0-464B-A5E1-C4D178A9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1 Read issue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D19888-67C0-487D-BD31-14741637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C4180D-B69A-473B-8DB7-BD800443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2 Inspect repo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9EB64E-74C0-4B2D-A488-9F03145F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D762D-295E-4C23-A259-6564BB2F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3 Patch 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806BA0-EB23-4C47-8606-64D1643A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EB7E44-8DFA-4806-8F35-B1CD0402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4 Run 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857432-F09F-4BB9-B943-D2B9E135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8D84A8-CAF5-46F4-9C5B-31552A6B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5 Commit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BF3B2-28C8-4534-BCA9-0FC427A3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3FF5D5-305A-4FD6-957A-024800DF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6 Open PR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B590C1-B28C-4907-9149-E348E788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7C725C-1126-47B9-A9D7-AD90D596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7 Monitor CI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9E73C7-2D96-4D40-BFBB-DF1F14E1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818A6B-6E29-4032-B74D-660D49D5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8 Address comments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A0CF2D-227F-4E92-A368-55BCFC71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554FFB-2901-4C2A-9AAB-33D5B64C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33 / 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3FA5DB-6EDB-4C54-9982-74227A07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36089712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B74F27-8762-4A20-B413-73566AB0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96CCA-108F-4AA1-8E1F-4B7ADBC7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TOOL COMPOSITION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95103E-C34A-4AEC-A577-E0947B6A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Composition Creates New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A7D1B4-8A34-4E77-951F-F5E35B46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6097C9-D09F-4C34-8840-F21835F8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34 / 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5F81CD-AB88-413E-A815-5A03B6FD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51371193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4532B3-B457-42B0-BE68-A1F3AD4C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D7EAC-391F-4D8F-BD4F-BA0672B4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TRUST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12AFC-38A8-4192-BAC9-0A4C8FDC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Never Treat Retrieved Content as Instructions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364608cc6418d">
            <a:extLst>
              <a:ext uri="{96DAC541-7B7A-43D3-8B79-37D633B846F1}">
                <asvg:svgBlip xmlns:asvg="http://schemas.microsoft.com/office/drawing/2016/SVG/main" r:embed="R54b562274e164e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2EECEB-15F7-4185-B468-5EF1605F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9055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Issues, emails, docs, webpages, and logs are untrusted inputs.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They may provide facts, examples, or requirements.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They cannot override system, developer, project, or user instructions.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They cannot grant permission to send secrets or make side effects.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072FC9-980F-4A73-A479-37FEAAD1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5B8F8-03CE-42EC-B92C-2FBDED77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35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012EE-B6AD-44FA-9DD8-47449326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76899054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3B8111-57E1-48EC-A163-3EE0E00E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69EEA8-16C0-40E7-B32D-8EA6BFB5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DATA ACCESS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424F6-A6BC-48D3-BDE2-C7C62A79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Shape Data Before the Agent Sees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84D88-477B-4D76-AFEF-EEF2768B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DA449-EF04-467E-A233-A6A5EB38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Filter Return only records relevant to the task.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D6E7E7-92C5-4CAA-9788-86E20182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99A49B-A4A5-4EE3-97FE-BD7F5B6DD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Redact Remove secrets, tokens, private identifiers, and customer 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4ECF4-1632-4B75-B2A0-E2735E7D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E24866-E3FD-4B08-BB1A-221BD79A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Summarize Convert noisy logs into structured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439698-7D54-44C7-B71D-CC5839FA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77A2C2-610F-4538-A02A-5E39877F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36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562EFC-7C51-47FA-B1C3-59822C1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70691102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9E1B51-2F64-4D83-B3FD-DD81CA73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E0A6AE-DCB0-43E8-BF7A-C6B7C41A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TOOL OBSERVABILITY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88294-CC82-41D7-AA5B-2F689F9E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Audit the Tool Layer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5C5DF-0A57-4FE3-BE19-F3DA04CF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Which tool was called?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What arguments were passed?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What data came back?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Did the call create a side effect?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Which human approved escalation?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99542-42CD-46F4-9068-A7B9372A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EB837F-D971-4153-94A9-DFAD8137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37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DE801B-0E24-4D54-9813-C60ABA9A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0303283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B80F68-7DAB-471B-BE88-EDAB5D32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DBE132-BC39-4960-8ABD-B23B4DC3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EXERCISE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5D6A7-8843-4057-867F-822C2EF2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Design a Skill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F25AD0-3769-4265-9A16-4CC6C729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17201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CF6E9-A60F-46A7-988D-D72D864E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7F4E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4ED"/>
                </a:solidFill>
                <a:latin typeface="Aptos"/>
                <a:ea typeface="Aptos"/>
                <a:cs typeface="Aptos"/>
              </a:rPr>
              <a:t>Pick one repeated workflow your team performs every week.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0CF1CB-83A7-4716-A1EA-D2AFD5E5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28850"/>
            <a:ext cx="10363200" cy="3790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Trigger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Procedure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Inputs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A897C-63F9-455F-87D9-B3CD93491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3C1580-667A-4B6D-87F4-20826740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38 / 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E41BA-3994-4EE6-B0F9-04D8E8E1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93794911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EF8B50-F034-4FF7-88CC-1E3B4100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F9CBA7-8648-4B1F-95C9-C4AEF26B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EXERCISE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8E267-94F7-49C2-A133-167C5145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Choose MCP Boundaries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9B5568-6CA0-4658-8450-0F012782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FB9A2-3EFA-4CDF-9CBD-EBBE8B29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Read List open PRs Fetch failing CI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740892-9665-4C8C-BCC0-72CFDC38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480372-58FD-4E1F-8EF5-3F88161B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Ask first Post a comment Open a PR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60BCE4-4480-4781-85F7-5AFA6887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97CC8-9737-44AD-914D-0A57D4D3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Block Change repo permissions Expose secrets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A1121C-A66A-49E6-9903-4D2D3892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0ECF5-5875-45BD-A1FF-F7C62464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39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4D97D-0A2A-4D02-BB5E-F1C449C8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86532058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9414F2-CD04-4F5E-B21C-DF7C0835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A915D1-851F-4363-96B5-42F42578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DEBUGGING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4E00D-8539-45CA-9AA0-E291AB79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When Tool Chains Fail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E0EBF1-6605-4DF5-921A-8367D88C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Check whether the agent chose the wrong capability.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Check whether the tool returned stale, partial, or oversized context.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Check whether a permission boundary blocked the action.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Check whether the final evidence actually proves the result.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02CF57-EBBA-4BFE-A3D4-7FE54592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38343E-98CA-4BEB-B63E-402FD555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40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9A171-5966-4C60-9E1D-B4FFA389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87239126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A8A5A6-6095-45AA-BAB7-066F9093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610403-57B8-4EFA-9EB7-C8D2BB7F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HOUR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6F7AF6-3F96-4F7B-82CB-3E68E996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Compound Engineering and Agent Dreaming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E08AB-7E73-4AC1-A9F8-1EDD7256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65F"/>
                </a:solidFill>
                <a:latin typeface="Aptos"/>
                <a:ea typeface="Aptos"/>
                <a:cs typeface="Aptos"/>
              </a:rPr>
              <a:t>Designing multi-step agent systems that plan, rehearse, verify, and escalate instead of acting as a single opaque assistant.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D737A-DFE3-4813-8F26-C843827C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86CCE-583E-426B-9C5E-2099A7DF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41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828740-20D7-405E-BC3C-E6A167C6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95603015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159F4B-57CC-40B4-B82B-278341D6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0AAF5-59A4-4B71-81B5-0782EEC6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COMPOUND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909A4E-1B97-48DD-8710-8ACC3D7F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Is Compound Engineering?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c16da5fc854839">
            <a:extLst>
              <a:ext uri="{96DAC541-7B7A-43D3-8B79-37D633B846F1}">
                <asvg:svgBlip xmlns:asvg="http://schemas.microsoft.com/office/drawing/2016/SVG/main" r:embed="R9f127388263d40b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004BA5-9886-4B4B-9976-34DA826C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9055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65F"/>
                </a:solidFill>
                <a:latin typeface="Aptos"/>
                <a:ea typeface="Aptos"/>
                <a:cs typeface="Aptos"/>
              </a:rPr>
              <a:t>Compound engineering is building systems where multiple agent steps, tools, checks, memories, and human gates work together as one engineered workflow.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60ADA-983B-496D-8FED-9555F3D6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ED0DA-1F1C-4A2A-B427-F5343ABF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42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8548E0-D28C-4CB8-8F42-1F1F9550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95684860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86C65A-85C5-4D97-9C58-67730DA3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7FE6AD-E054-42B2-9759-A7D23EE7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8E5BD6-BF74-443E-9BFF-8BFA11E6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Compound Workflow Components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FF6D91-473D-45F6-B12E-9E8B8695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A098D-7509-4D67-AEEB-BA1E6FFA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State What the workflow remembers.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442486-D5A7-49F1-B49D-1FB19EE4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20FEC1-ABE6-4E85-B151-4F4EC29F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Roles Planner, builder, tester, critic.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16097-D09A-478D-8DF2-781774C7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A43681-7016-4F78-8964-AEE690FD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Tools MCP, scripts, APIs, local commands.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863E0-0821-47C9-AE09-CCE7E59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0555E8-D3AC-4770-A3CF-786B3B92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Gates Policy, tests, approvals.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CC0D40-8274-41C1-9BBC-97B1E416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E13853-18AF-41EB-AB31-EEFCBF0F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Artifacts Plans, diffs, reports, traces.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D18DF7-23D9-45E9-A130-CD91937C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512950-B15F-4BA0-984D-3D602351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Fallbacks What happens when confidence drops.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8036BF-390A-4AEE-9F38-B26291D3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9341C1-98A5-4352-80E7-2C12A15E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43 / 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C0DC7-0673-4550-8E26-7FC6DB7A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12670016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367A26-C3EB-4B03-B55E-E3663825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B656E8-5F6E-469C-BC4F-11C7C6A3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MULTI-AGENT PATTERN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2A8E83-15DE-41C0-B3B1-DE4D7E6F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Separate Duties to Reduce Blind Spots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e1d9044b84e83">
            <a:extLst>
              <a:ext uri="{96DAC541-7B7A-43D3-8B79-37D633B846F1}">
                <asvg:svgBlip xmlns:asvg="http://schemas.microsoft.com/office/drawing/2016/SVG/main" r:embed="Ra8d6506cd4a747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17F0C8-A1B6-4689-B106-35F0F8C4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78B70-9EFD-41FA-8F9E-595F843D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Planner Defines approach and risks.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B97562-1919-45CE-9F5A-E68BA851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35255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D2EFF-109F-42B8-AB0D-D412F22A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50495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Builder Makes scoped changes.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29C45-BE74-474B-9825-C1E861DF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637066-658E-4B1C-B733-6C479BAA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Tester Runs and expands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01077-3036-42FE-B2C4-61CD0D32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4320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C71ED0-F334-4D16-959F-676D2C1D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89560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Critic Reviews diff and assumptions.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DBACBE-8907-40C7-B257-4A813B4C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3C6F17-0784-48BE-BEE4-CD877E78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44 / 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D87DB5-3DC8-4A83-AF9F-C64D4448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70347500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F66EAE-4999-48A4-8458-67974A9F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53399C-2A44-4A86-AA08-9FA4652F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GUARDRAIL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06C1F-E73C-43E8-87C3-D243C3AE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Guardrails Across the Whole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DD402-AA7B-4680-AF58-FB10E254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695F6-D545-402A-B5AF-60177582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1 Classify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DA0DA7-6895-4037-95C1-C5639C68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7D085F-468F-4825-8F7A-0760B88D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2 Select skills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467C94-806D-4D9B-90BB-4B632C41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81001-3657-4827-BB63-E8A9F1DD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3 Grant tools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D7DD58-33F5-45F3-AF90-E2BFC0E8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818288-4B2C-48F2-B89A-6387945B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4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CE0143-85FD-420D-840F-228BA03B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2BDAC8-C722-408F-8806-E7F8F4E7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5 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DF7CFB-341B-493F-A96A-6400B77A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2C20EF-AAD7-480F-B8DE-B93C1D58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6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5105F4-6C70-4CD9-8207-3BC00225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8FEC02-212C-4C21-BC08-EF087ED1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7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4BB6A0-9ED5-4B7B-86CC-13197B85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CA4A0-B405-4E50-BF4D-0729E2E0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8 Escalate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DF0453-FC88-429B-B10C-83A08530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DF520-5F4B-4B65-B110-DB241CBF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45 / 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F74CB6-8A9D-4D74-9FB7-D4AB4E8B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40542077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F6027-E0FF-4FC7-935D-D43347F9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173DA9-293A-40A7-B7FD-CAF6B899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B5BA21-15C5-4A20-B1CC-E7AF6C0B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Issue-to-PR Compound Workflow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7102c8ac444bf">
            <a:extLst>
              <a:ext uri="{96DAC541-7B7A-43D3-8B79-37D633B846F1}">
                <asvg:svgBlip xmlns:asvg="http://schemas.microsoft.com/office/drawing/2016/SVG/main" r:embed="Rab16decb016b4c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C2FE1-8EE9-4852-B163-34568855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5ACD71-8D5F-4624-B92E-CB05685B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Input Issue, labels, repo instructions, failing test.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62F14B-0048-4E29-92A6-6676E974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35255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12DB66-B8F6-45D2-9885-1B0BA1C4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50495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Plan Agent proposes files, checks, and risk level.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0B0A59-3F77-47B5-9776-EB396C32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F67CE-9A20-4378-A1A8-CEFF1A09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Scoped edit with tests and review summary.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95139B-1B96-4254-97E0-9E95F68B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43200"/>
            <a:ext cx="28860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B5086D-6BE5-475A-B93C-1D0CA72F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895600"/>
            <a:ext cx="25431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Gate Human approves PR creation and CI watches 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B4B4E4-672D-4316-BDBC-09C30681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EA51B5-E47C-4704-AFDA-43A53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46 / 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04CBC4-BFD8-40CF-831C-35E6236E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19407485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BA673C-44A4-46E6-AF84-765027C0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3D31CE-67ED-4214-9C62-D67214E6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713E23-D7DB-4C1D-AB3B-8589D8ED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Database Migration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D627F-3CF4-4342-9A49-F4ABD26A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72F9F-04FE-4018-840A-3B9EAD00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Agent may Draft migration, tests, rollback plan.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6B820-3E20-4A1D-8DCD-0E0B1823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AB22C-4066-410F-8828-37128C7A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Human reviews Data loss risk, lock risk, rollout plan.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C51D4-5A5E-405B-8B1E-1A3FC334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E3AB5-800F-4943-81DF-7E2BEBC6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Agent cannot Run production migration or alter live data alone.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6E116C-A4E4-43CF-A364-7E0FE401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9C2E33-3402-4B13-808C-1249A7B4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47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1D674B-6059-4ACE-A3F7-79C68FEA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68695179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04B665-72EE-4B12-AF53-7D3DD183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60F8B-3B8B-45A2-9654-AA79F5E3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AGENT DREAMING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A576D-F38C-4583-B307-63D1C26D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Is Agent Dreaming?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5B1353-3A27-4D16-A175-2B90E6B0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65F"/>
                </a:solidFill>
                <a:latin typeface="Aptos"/>
                <a:ea typeface="Aptos"/>
                <a:cs typeface="Aptos"/>
              </a:rPr>
              <a:t>Agent dreaming is structured rehearsal: the agent simulates plans, failures, tests, and review objections before touching production code or systems.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65F"/>
                </a:solidFill>
                <a:latin typeface="Aptos"/>
                <a:ea typeface="Aptos"/>
                <a:cs typeface="Aptos"/>
              </a:rPr>
              <a:t>Dreaming is not free-form imagination. It is bounded scenario rehearsal with artifacts.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B7432-06AE-448A-A39B-F48C2D18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EB6AC-151F-4D13-A101-85762016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48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C3E58D-695A-48D9-96DF-02D8AFA3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997352240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1219DF-1ED7-4C7A-A8AF-6C680DA3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A1DD3E-D311-421F-8C65-499EC29E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DREAMING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6A2ED9-4D81-4A36-AE8C-6833BF41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Rehearse Before Acting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16d6e72054cd2">
            <a:extLst>
              <a:ext uri="{96DAC541-7B7A-43D3-8B79-37D633B846F1}">
                <asvg:svgBlip xmlns:asvg="http://schemas.microsoft.com/office/drawing/2016/SVG/main" r:embed="R4802864c11f4438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A9BDA5-4CCB-4FAF-B9FD-AC302CEC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23316-447A-4153-A309-A52B22C9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49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0273FC-F222-4D8B-A2CF-5FA0A0AA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23658205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A09AC3-F6B8-4622-A114-7A767704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F69D6-CC28-4AD6-AA27-75CE4A89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DREAM ARTIFACTS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73A32-7C5C-43ED-B5ED-8195CB96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a Dream Produces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49C65E-F7E9-4FCE-A94C-D502900C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003955-D377-4B2F-A30B-A365122C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Plan variants Different ways to solve the task.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BB26C6-CA12-4902-82BA-8060D22D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84C1BB-7E8C-4B65-AB0C-F3F11E80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Failure list What might go wrong.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9C2CD3-D111-4E03-8ED2-E20FFC83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9BC46-1C86-4147-88BC-F7666E0A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Test plan Evidence needed before trust.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09B61A-FC8D-4C7F-A947-08EA2218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20F33B-3AEC-4885-ADFF-58AC4016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Rollback plan How to undo safely.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FD99D6-6FC1-4064-8FA7-A0539D3D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FD7B1-F85B-436A-AC8A-092C4D18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Questions Missing decisions for humans.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91F575-6C08-4176-819B-EEDF38B7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52908-C1B3-4D58-B01E-E17A0F39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Confidence What is known versus assumed.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D3027C-767C-497C-825C-FFFAEBFE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DB534F-D988-4CD3-BD51-FE68F382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50 / 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AA83F0-92EF-4C0E-8878-48301478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84911134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9F8F7B-D693-4175-9BFE-91201575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87015E-7391-476B-916B-E9027292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DREAM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639B40-7066-4AE1-81DD-4CDC6F16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Keep Dreaming Bounded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7026CC-3521-4CD0-B923-3A59C93D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Dreams cannot authorize actions.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Dreams must cite real context or label assumptions.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Dreams should produce checks, not bypass them.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• Dreams should be discarded when reality contradicts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9E1E66-7D43-4E6A-BBF3-15F213BD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823546-30A4-4DDB-BDA9-C80477E4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51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4D101-8C0E-4D02-B283-81142643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58921690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A3BC12-3040-4079-A335-4F13E56A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683B7E-69F3-4D2D-A332-7320B590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DREAM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3D9A8-3869-44AA-A89C-CD3E67C0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Before a Refactor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CD618-E6F2-41D3-B810-8A5C50FE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B6280-B946-44CA-BA56-C06696C1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Dream List likely call sites and breakage modes.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6BDCA1-A0B6-40D2-B439-267C5D8E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C63A02-00B1-47DD-B4DA-15CB2A33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Reality check Use code search, tests, and impact analysis.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50703-AA61-4914-8F2E-17E3774A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CA667-595F-41C0-8DC5-09112B7F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Plan Choose smallest refactor with rollback path.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DA2148-1D1D-4DFC-84F1-8034ABBC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4320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41256-303E-42BC-A14B-F257395C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89560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Act Edit only after the rehearsal creates evidence tasks.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BDA192-DE43-4E8D-B195-AF11B855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9C1C4-4DAD-44F5-ABAD-336CE078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52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3054B0-DAB0-4457-A3BF-86EBB984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1947675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849AC9-66E3-447E-96CF-7672BC67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8012C-C966-4E8A-AB59-257A2A37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DREAM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4D7307-0520-4DD2-8A86-7F3FAF43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Before an Incident 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1CBFD-B22C-4297-9657-B2B1A774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D7AE62-EBFF-4F1A-8209-4319BDD1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Hypothesize What changed? What symptoms match?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39823-20A9-4899-92D6-AA29AD0D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C6079-1306-4031-BA12-D7AAE226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Rehearse What fixes could make things worse?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558532-890E-4707-8714-34E5DD5A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5C11B1-A0DE-47B8-99E6-76916824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Gate What evidence is needed before deploy?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D109BA-BF6E-4188-BD13-BEE91BE9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674CF-A01C-487F-ACEE-F725C2DE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53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B1D9F3-2E05-444A-9211-86A774BD0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525994738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498FA6-9392-4C47-BF8B-1C698DD9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E7E0B1-A91E-4993-AE91-C0C74408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COMPOUND PLUS DREAMING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A6C482-1188-4144-B214-6B366EEC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The Safe Autonomy Pattern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98cedfe5b4243">
            <a:extLst>
              <a:ext uri="{96DAC541-7B7A-43D3-8B79-37D633B846F1}">
                <asvg:svgBlip xmlns:asvg="http://schemas.microsoft.com/office/drawing/2016/SVG/main" r:embed="R10206e6b5dd641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352550"/>
            <a:ext cx="42862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88B2B1-4A79-46C3-96AE-4CB09460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8C7D1-D1B7-475A-95E6-D5539CEB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1 Classify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27BD8-BF19-4CC7-959D-109879F4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163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05B47-C5CE-4E43-A2C2-32229915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613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2 Dream 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6409C-2662-4BEC-90D1-9A328AB0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687AB-7CC7-4FA6-8761-589491C8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3 Critique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CA719-E177-45EF-8968-69F21A5E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1588" y="135255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A8CD05-66A9-45C9-BDE4-5AF17C7F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150495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4 Ask if needed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D6FFA5-3C2D-4BF5-9D7F-EEE64B24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5E0B2E-1B08-4E8D-89DC-654DA220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5 Act narrowly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62A181-6DC9-4821-A331-7D099965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163" y="274320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A75F8E-C62D-404A-8049-8E400D22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613" y="289560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6 Run 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674668-F833-4158-AB9B-224A5C27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4320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C9E906-663F-40BA-940D-BC9252C3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89560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7 Review diff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755D6A-08CE-4A6B-8FA3-4F2B859A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1588" y="2743200"/>
            <a:ext cx="13763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89E9E6-12A8-4EFF-A3DF-A9345A84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2895600"/>
            <a:ext cx="1033463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8 Record lessons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4BC4B4-7295-4882-B850-348786C6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BF9336-7456-4A5B-8243-2CEFF5B0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54 / 60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4A9A29-CEFB-4E6A-B1A1-45F0922F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009158860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139B9E-DEAF-4083-8451-B0CB552F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87195-6CBA-424C-9044-CFC70F43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CAPSTONE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B8ED0A-A8D5-451E-B83C-50020364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Design a 60-Minute Team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457FE-0DE4-4823-A117-E5AB3D0B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57FCB-06EF-4056-81FE-146B1168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Workflow Pick one recurring engineering task.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21D28F-4CCE-492E-A3D3-5F96631E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30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C5854-6777-4403-90D4-AD81D4B5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75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Harness Add specs, Skills, MCP, plugins, tests, and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2BE8D-D62C-4CA0-84BB-18C875AA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1352550"/>
            <a:ext cx="336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2EDBBA-D6B5-4628-8322-39AE2697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504950"/>
            <a:ext cx="302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Dream Rehearse failures before granting action.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C70D9-265F-4026-80F0-2DD8D9DE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4B0DD3-FE6B-4938-8392-E64CD840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55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EBFB8-E062-4FFF-A0C4-C5B5EBE8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99529541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A7B867-D927-4486-9156-6288C557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2589EA-481D-40F6-9E01-0946F753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CAPSTONE CANVAS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45408A-EE1B-4732-B575-7442D731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Fill This 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4B3AB-CC07-4A80-A390-7EA797BD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Task contract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Skill needed?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MCP tools needed?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Plugin boundary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Tests and evidence</a:t>
            </a:r>
          </a:p>
          <a:p xmlns:a="http://schemas.openxmlformats.org/drawingml/2006/main">
            <a:pPr>
              <a:defRPr sz="16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Dream rehearsal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3A85A-73F0-4AA2-BCA5-507E71E1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74435-0D33-407F-943D-CB2EBD74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56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CBEFE-63BD-450F-964F-6883BB8A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78083105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27EF92-8862-42F7-9A40-504E406D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FA97D-DE52-48EA-AAD6-D6E41173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ROLLOUT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63C715-DEFB-455F-9B2A-8B1C85BB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Start With One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3419A-3853-4264-9B15-6194660F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46B278-9423-450D-9ECB-385B4239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Week 1 Pick workflow and task contract.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577F5D-9831-4F5D-B1D5-5D047AF1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E9A63A-9F5B-45E5-A95F-BA51B67C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Week 2 Add tests and evidence summary.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B1F38-D421-4AB8-A1B2-B4B25192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043E6-DEAB-4FDC-8C42-DAA0C083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Week 3 Create one skill or plugin.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37EF84-02E5-4D59-9C63-AE64BF57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4320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715B7-E349-4098-8544-D4B59C9A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89560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Week 4 Add MCP or compound orchestration.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625CE4-EFAE-480A-8E6F-CFD1CD0E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ADE4BB-17AE-473A-901A-70A0A57C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57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04BBC4-05C1-4EC0-A8CF-ABAA352A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298324656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F70C15-FDAD-4F65-B220-D28345C9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D122D-47DF-4B1D-9F7D-095A6F84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ANTI-PATTERNS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E92CA5-0623-423A-A837-3AB4C8EE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What to Avoid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E2AA34-918B-47C5-B902-16DA6677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88402-D375-4991-BF73-12ECE2FF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Prompt pile Long instructions nobody maintains.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12ED85-2026-4150-8E66-A72774A8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ED21EC-A835-4A86-976A-03CB3091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Tool buffet Every tool available all the 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C0B0D-54A6-4192-B13D-9D395339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302640-3F9F-4690-91B2-D2C0E1F4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Fake review Humans approve unreadable diffs.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A42C9-C2C1-4DC5-A7CF-1FDE48D9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135255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F161B3-D996-4CBD-85EC-FBBF7B33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150495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Untested autonomy Agent acts without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F348B2-4A11-46B3-A94E-47D301EB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538580-5C13-4576-9608-4F21DCDB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Memory drift Old context keeps steering work.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274DC0-F23D-412C-8C58-08394830D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2743200"/>
            <a:ext cx="2490788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667241-0044-4FA2-B98F-61CC7BE5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895600"/>
            <a:ext cx="2147888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Dream worship Simulated confidence replaces proof.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BC24FB-0492-4C9B-8503-3B58CC3E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328CFF-CC6E-43DB-B0D1-3BECB645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58 / 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71249E-A7EE-4F98-8F4C-4D333F86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949741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A354A9-413F-41E7-972D-C92CCCDF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063975-C687-4C23-A1CF-C95E3A85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FINAL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888789-7A3D-4E47-B64A-DDA217EB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Your Reliable Agent Stack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13EE0-BF1D-48F4-9D46-8B1FC96A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363200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Project instructions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Task contract template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Permission policy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Validation hooks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Skills library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MCP boundaries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Plugin governance</a:t>
            </a:r>
          </a:p>
          <a:p xmlns:a="http://schemas.openxmlformats.org/drawingml/2006/main">
            <a:pPr>
              <a:defRPr sz="135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A665F"/>
                </a:solidFill>
                <a:latin typeface="Aptos"/>
                <a:ea typeface="Aptos"/>
                <a:cs typeface="Aptos"/>
              </a:rPr>
              <a:t>☐ Dream rehearsal step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F051F-BA75-4184-A85A-A4D5D420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01DDBD-DF07-4CD2-8B1F-5817B125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59 / 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68FEDA-0808-4743-AB19-D68DBDF6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736557910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7A6375-FCAA-4E16-8E05-4FEEA7AF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0">
            <a:solidFill>
              <a:srgbClr val="1F7A5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00734D-DF9C-4008-9D80-2D83FD13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7A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7A5A"/>
                </a:solidFill>
                <a:latin typeface="Aptos"/>
                <a:ea typeface="Aptos"/>
                <a:cs typeface="Aptos"/>
              </a:rPr>
              <a:t>CLOSE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44D468-33B6-426B-A582-8A7BC434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1C"/>
                </a:solidFill>
                <a:latin typeface="Aptos Display"/>
                <a:ea typeface="Aptos Display"/>
                <a:cs typeface="Aptos Display"/>
              </a:rPr>
              <a:t>Reliable Agents Are Engineered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54E9F-C81E-4ADF-8BC7-1159F449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6F1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47DA5-88FD-4456-8E62-B6894EE0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Specify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231CC-CD53-46EE-AA32-9590429C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5255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4F8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CED13-306E-435A-994D-0A9599A7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0495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Constrain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6733E-E6AF-4F53-A170-57EAC353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CFED1-0515-42AC-B741-38CE1444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Rehearse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1B73C2-58E9-422B-B1A2-FE94A7D8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43200"/>
            <a:ext cx="51149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FEF"/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1B6711-6CCA-4CEF-899A-7800000D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895600"/>
            <a:ext cx="4772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65F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CA03F6-951B-40A8-A58F-37CE1B48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3890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>
              <a:alpha val="92000"/>
            </a:srgbClr>
          </a:solidFill>
          <a:ln xmlns:a="http://schemas.openxmlformats.org/drawingml/2006/main" w="9525">
            <a:solidFill>
              <a:srgbClr val="D9D3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DF270F-8DAB-4F95-8B0E-E3A5C135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34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60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920F2-D6AA-447E-A197-08267D7B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Build Reliable Claude Code Workflows</a:t>
            </a:r>
          </a:p>
        </p:txBody>
      </p:sp>
    </p:spTree>
    <p:extLst>
      <p:ext uri="{BB962C8B-B14F-4D97-AF65-F5344CB8AC3E}">
        <p14:creationId xmlns:p14="http://schemas.microsoft.com/office/powerpoint/2010/main" val="11897086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2026-06-18T07:21:09.7140000Z</dcterms:created>
  <dcterms:modified xsi:type="dcterms:W3CDTF">2026-06-18T07:21:09.7140000Z</dcterms:modified>
</coreProperties>
</file>