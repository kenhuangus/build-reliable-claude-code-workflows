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6b97b582c64ad5" /><Relationship Type="http://schemas.openxmlformats.org/officeDocument/2006/relationships/extended-properties" Target="/docProps/app.xml" Id="R51a36eb47ad040d0" /><Relationship Type="http://schemas.openxmlformats.org/officeDocument/2006/relationships/officeDocument" Target="/ppt/presentation.xml" Id="R5dc1da1200c14c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e93a3a05af49dc"/>
  </p:sldMasterIdLst>
  <p:notesMasterIdLst>
    <p:notesMasterId xmlns:r="http://schemas.openxmlformats.org/officeDocument/2006/relationships" r:id="R2f932e30f2b34a82"/>
  </p:notesMasterIdLst>
  <p:sldIdLst>
    <p:sldId xmlns:r="http://schemas.openxmlformats.org/officeDocument/2006/relationships" id="256" r:id="Rbfebc8857d5b464a"/>
    <p:sldId xmlns:r="http://schemas.openxmlformats.org/officeDocument/2006/relationships" id="257" r:id="R6f0908d7216e4544"/>
    <p:sldId xmlns:r="http://schemas.openxmlformats.org/officeDocument/2006/relationships" id="258" r:id="Ra083e52858ed4d4e"/>
    <p:sldId xmlns:r="http://schemas.openxmlformats.org/officeDocument/2006/relationships" id="259" r:id="R6125898f0e684475"/>
    <p:sldId xmlns:r="http://schemas.openxmlformats.org/officeDocument/2006/relationships" id="260" r:id="R40ffd71a2a574aef"/>
    <p:sldId xmlns:r="http://schemas.openxmlformats.org/officeDocument/2006/relationships" id="261" r:id="R1c30e3cae044420a"/>
    <p:sldId xmlns:r="http://schemas.openxmlformats.org/officeDocument/2006/relationships" id="262" r:id="Ra5bd9acd2b5f4941"/>
    <p:sldId xmlns:r="http://schemas.openxmlformats.org/officeDocument/2006/relationships" id="263" r:id="R9a6516e8397c4e00"/>
    <p:sldId xmlns:r="http://schemas.openxmlformats.org/officeDocument/2006/relationships" id="264" r:id="Rbebf800a850c4937"/>
    <p:sldId xmlns:r="http://schemas.openxmlformats.org/officeDocument/2006/relationships" id="265" r:id="Rf246d323d99a4b49"/>
    <p:sldId xmlns:r="http://schemas.openxmlformats.org/officeDocument/2006/relationships" id="266" r:id="Rb0780ce634854265"/>
    <p:sldId xmlns:r="http://schemas.openxmlformats.org/officeDocument/2006/relationships" id="267" r:id="Rdecec45a0c654af5"/>
    <p:sldId xmlns:r="http://schemas.openxmlformats.org/officeDocument/2006/relationships" id="268" r:id="R88d6c22200a24ebd"/>
    <p:sldId xmlns:r="http://schemas.openxmlformats.org/officeDocument/2006/relationships" id="269" r:id="R048dc00d41dc4b15"/>
    <p:sldId xmlns:r="http://schemas.openxmlformats.org/officeDocument/2006/relationships" id="270" r:id="R8360411b87c04904"/>
    <p:sldId xmlns:r="http://schemas.openxmlformats.org/officeDocument/2006/relationships" id="271" r:id="R45d1fab818e6465e"/>
    <p:sldId xmlns:r="http://schemas.openxmlformats.org/officeDocument/2006/relationships" id="272" r:id="R0707bd35a332437a"/>
    <p:sldId xmlns:r="http://schemas.openxmlformats.org/officeDocument/2006/relationships" id="273" r:id="R94ce5253d32944ec"/>
    <p:sldId xmlns:r="http://schemas.openxmlformats.org/officeDocument/2006/relationships" id="274" r:id="Reb4a672026394619"/>
    <p:sldId xmlns:r="http://schemas.openxmlformats.org/officeDocument/2006/relationships" id="275" r:id="R7921ed4ec3cb4bad"/>
    <p:sldId xmlns:r="http://schemas.openxmlformats.org/officeDocument/2006/relationships" id="276" r:id="R7f96376de03b410b"/>
    <p:sldId xmlns:r="http://schemas.openxmlformats.org/officeDocument/2006/relationships" id="277" r:id="R123eef0794844ba1"/>
    <p:sldId xmlns:r="http://schemas.openxmlformats.org/officeDocument/2006/relationships" id="278" r:id="R282b73b143f54022"/>
    <p:sldId xmlns:r="http://schemas.openxmlformats.org/officeDocument/2006/relationships" id="279" r:id="R7aa0dc41efe44c4d"/>
    <p:sldId xmlns:r="http://schemas.openxmlformats.org/officeDocument/2006/relationships" id="280" r:id="Rbd96eba36c5f4eb9"/>
    <p:sldId xmlns:r="http://schemas.openxmlformats.org/officeDocument/2006/relationships" id="281" r:id="Red00d3f9adcd40e3"/>
    <p:sldId xmlns:r="http://schemas.openxmlformats.org/officeDocument/2006/relationships" id="282" r:id="R6f744459046f439a"/>
    <p:sldId xmlns:r="http://schemas.openxmlformats.org/officeDocument/2006/relationships" id="283" r:id="R7721cab342c149c7"/>
    <p:sldId xmlns:r="http://schemas.openxmlformats.org/officeDocument/2006/relationships" id="284" r:id="R5848baf291d946f7"/>
    <p:sldId xmlns:r="http://schemas.openxmlformats.org/officeDocument/2006/relationships" id="285" r:id="Rf0f4eb8032734c40"/>
    <p:sldId xmlns:r="http://schemas.openxmlformats.org/officeDocument/2006/relationships" id="286" r:id="R1fd4066baf35454b"/>
    <p:sldId xmlns:r="http://schemas.openxmlformats.org/officeDocument/2006/relationships" id="287" r:id="Rb85ea9293a3e41b7"/>
    <p:sldId xmlns:r="http://schemas.openxmlformats.org/officeDocument/2006/relationships" id="288" r:id="R1705502c2dd94906"/>
    <p:sldId xmlns:r="http://schemas.openxmlformats.org/officeDocument/2006/relationships" id="289" r:id="R2ccc512f00224e88"/>
    <p:sldId xmlns:r="http://schemas.openxmlformats.org/officeDocument/2006/relationships" id="290" r:id="Rab22f23ab4f84f8e"/>
    <p:sldId xmlns:r="http://schemas.openxmlformats.org/officeDocument/2006/relationships" id="291" r:id="Rd01503cde68e4122"/>
    <p:sldId xmlns:r="http://schemas.openxmlformats.org/officeDocument/2006/relationships" id="292" r:id="R9ef0aa6a14d94263"/>
    <p:sldId xmlns:r="http://schemas.openxmlformats.org/officeDocument/2006/relationships" id="293" r:id="R52305a85137341ea"/>
    <p:sldId xmlns:r="http://schemas.openxmlformats.org/officeDocument/2006/relationships" id="294" r:id="Refd13470b6524654"/>
    <p:sldId xmlns:r="http://schemas.openxmlformats.org/officeDocument/2006/relationships" id="295" r:id="Rdc8e26d724ab4983"/>
    <p:sldId xmlns:r="http://schemas.openxmlformats.org/officeDocument/2006/relationships" id="296" r:id="R6895843c4bb94023"/>
    <p:sldId xmlns:r="http://schemas.openxmlformats.org/officeDocument/2006/relationships" id="297" r:id="R413d4e69098c48ca"/>
    <p:sldId xmlns:r="http://schemas.openxmlformats.org/officeDocument/2006/relationships" id="298" r:id="Rb95a0a92d34c421d"/>
    <p:sldId xmlns:r="http://schemas.openxmlformats.org/officeDocument/2006/relationships" id="299" r:id="Rf175fee26e974d89"/>
    <p:sldId xmlns:r="http://schemas.openxmlformats.org/officeDocument/2006/relationships" id="300" r:id="Rc2d2436a186e4014"/>
    <p:sldId xmlns:r="http://schemas.openxmlformats.org/officeDocument/2006/relationships" id="301" r:id="R27b0540e0ba64cae"/>
    <p:sldId xmlns:r="http://schemas.openxmlformats.org/officeDocument/2006/relationships" id="302" r:id="Rccfde7fbdae249f7"/>
    <p:sldId xmlns:r="http://schemas.openxmlformats.org/officeDocument/2006/relationships" id="303" r:id="R68e3203b03824aef"/>
    <p:sldId xmlns:r="http://schemas.openxmlformats.org/officeDocument/2006/relationships" id="304" r:id="Rfc0d572d23704c40"/>
    <p:sldId xmlns:r="http://schemas.openxmlformats.org/officeDocument/2006/relationships" id="305" r:id="R7ea5d76318444781"/>
    <p:sldId xmlns:r="http://schemas.openxmlformats.org/officeDocument/2006/relationships" id="306" r:id="Re8e642e67f9d4862"/>
    <p:sldId xmlns:r="http://schemas.openxmlformats.org/officeDocument/2006/relationships" id="307" r:id="R775a88ea027641de"/>
    <p:sldId xmlns:r="http://schemas.openxmlformats.org/officeDocument/2006/relationships" id="308" r:id="R31ae6b74c78a4ff4"/>
    <p:sldId xmlns:r="http://schemas.openxmlformats.org/officeDocument/2006/relationships" id="309" r:id="Re4afcfeec61e4d13"/>
    <p:sldId xmlns:r="http://schemas.openxmlformats.org/officeDocument/2006/relationships" id="310" r:id="Re3b536fe0c7c4460"/>
    <p:sldId xmlns:r="http://schemas.openxmlformats.org/officeDocument/2006/relationships" id="311" r:id="R606c3742c8cb4b48"/>
    <p:sldId xmlns:r="http://schemas.openxmlformats.org/officeDocument/2006/relationships" id="312" r:id="R8857bd49f3ca4b20"/>
    <p:sldId xmlns:r="http://schemas.openxmlformats.org/officeDocument/2006/relationships" id="313" r:id="R48cb950ae2d34389"/>
    <p:sldId xmlns:r="http://schemas.openxmlformats.org/officeDocument/2006/relationships" id="314" r:id="Rdeda600f2ae84813"/>
    <p:sldId xmlns:r="http://schemas.openxmlformats.org/officeDocument/2006/relationships" id="315" r:id="R43633d76dbee410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800aac0f88407c" /><Relationship Type="http://schemas.openxmlformats.org/officeDocument/2006/relationships/slideMaster" Target="/ppt/slideMasters/slideMaster1.xml" Id="Rf7e93a3a05af49dc" /><Relationship Type="http://schemas.openxmlformats.org/officeDocument/2006/relationships/notesMaster" Target="/ppt/notesMasters/notesMaster1.xml" Id="R2f932e30f2b34a82" /><Relationship Type="http://schemas.openxmlformats.org/officeDocument/2006/relationships/presProps" Target="/ppt/presProps.xml" Id="Rf641289cf4e749f7" /><Relationship Type="http://schemas.openxmlformats.org/officeDocument/2006/relationships/tableStyles" Target="/ppt/tableStyles.xml" Id="R474187266db54657" /><Relationship Type="http://schemas.openxmlformats.org/officeDocument/2006/relationships/slide" Target="/ppt/slides/slide1.xml" Id="Rbfebc8857d5b464a" /><Relationship Type="http://schemas.openxmlformats.org/officeDocument/2006/relationships/slide" Target="/ppt/slides/slide2.xml" Id="R6f0908d7216e4544" /><Relationship Type="http://schemas.openxmlformats.org/officeDocument/2006/relationships/slide" Target="/ppt/slides/slide3.xml" Id="Ra083e52858ed4d4e" /><Relationship Type="http://schemas.openxmlformats.org/officeDocument/2006/relationships/slide" Target="/ppt/slides/slide4.xml" Id="R6125898f0e684475" /><Relationship Type="http://schemas.openxmlformats.org/officeDocument/2006/relationships/slide" Target="/ppt/slides/slide5.xml" Id="R40ffd71a2a574aef" /><Relationship Type="http://schemas.openxmlformats.org/officeDocument/2006/relationships/slide" Target="/ppt/slides/slide6.xml" Id="R1c30e3cae044420a" /><Relationship Type="http://schemas.openxmlformats.org/officeDocument/2006/relationships/slide" Target="/ppt/slides/slide7.xml" Id="Ra5bd9acd2b5f4941" /><Relationship Type="http://schemas.openxmlformats.org/officeDocument/2006/relationships/slide" Target="/ppt/slides/slide8.xml" Id="R9a6516e8397c4e00" /><Relationship Type="http://schemas.openxmlformats.org/officeDocument/2006/relationships/slide" Target="/ppt/slides/slide9.xml" Id="Rbebf800a850c4937" /><Relationship Type="http://schemas.openxmlformats.org/officeDocument/2006/relationships/slide" Target="/ppt/slides/slide10.xml" Id="Rf246d323d99a4b49" /><Relationship Type="http://schemas.openxmlformats.org/officeDocument/2006/relationships/slide" Target="/ppt/slides/slide11.xml" Id="Rb0780ce634854265" /><Relationship Type="http://schemas.openxmlformats.org/officeDocument/2006/relationships/slide" Target="/ppt/slides/slide12.xml" Id="Rdecec45a0c654af5" /><Relationship Type="http://schemas.openxmlformats.org/officeDocument/2006/relationships/slide" Target="/ppt/slides/slide13.xml" Id="R88d6c22200a24ebd" /><Relationship Type="http://schemas.openxmlformats.org/officeDocument/2006/relationships/slide" Target="/ppt/slides/slide14.xml" Id="R048dc00d41dc4b15" /><Relationship Type="http://schemas.openxmlformats.org/officeDocument/2006/relationships/slide" Target="/ppt/slides/slide15.xml" Id="R8360411b87c04904" /><Relationship Type="http://schemas.openxmlformats.org/officeDocument/2006/relationships/slide" Target="/ppt/slides/slide16.xml" Id="R45d1fab818e6465e" /><Relationship Type="http://schemas.openxmlformats.org/officeDocument/2006/relationships/slide" Target="/ppt/slides/slide17.xml" Id="R0707bd35a332437a" /><Relationship Type="http://schemas.openxmlformats.org/officeDocument/2006/relationships/slide" Target="/ppt/slides/slide18.xml" Id="R94ce5253d32944ec" /><Relationship Type="http://schemas.openxmlformats.org/officeDocument/2006/relationships/slide" Target="/ppt/slides/slide19.xml" Id="Reb4a672026394619" /><Relationship Type="http://schemas.openxmlformats.org/officeDocument/2006/relationships/slide" Target="/ppt/slides/slide20.xml" Id="R7921ed4ec3cb4bad" /><Relationship Type="http://schemas.openxmlformats.org/officeDocument/2006/relationships/slide" Target="/ppt/slides/slide21.xml" Id="R7f96376de03b410b" /><Relationship Type="http://schemas.openxmlformats.org/officeDocument/2006/relationships/slide" Target="/ppt/slides/slide22.xml" Id="R123eef0794844ba1" /><Relationship Type="http://schemas.openxmlformats.org/officeDocument/2006/relationships/slide" Target="/ppt/slides/slide23.xml" Id="R282b73b143f54022" /><Relationship Type="http://schemas.openxmlformats.org/officeDocument/2006/relationships/slide" Target="/ppt/slides/slide24.xml" Id="R7aa0dc41efe44c4d" /><Relationship Type="http://schemas.openxmlformats.org/officeDocument/2006/relationships/slide" Target="/ppt/slides/slide25.xml" Id="Rbd96eba36c5f4eb9" /><Relationship Type="http://schemas.openxmlformats.org/officeDocument/2006/relationships/slide" Target="/ppt/slides/slide26.xml" Id="Red00d3f9adcd40e3" /><Relationship Type="http://schemas.openxmlformats.org/officeDocument/2006/relationships/slide" Target="/ppt/slides/slide27.xml" Id="R6f744459046f439a" /><Relationship Type="http://schemas.openxmlformats.org/officeDocument/2006/relationships/slide" Target="/ppt/slides/slide28.xml" Id="R7721cab342c149c7" /><Relationship Type="http://schemas.openxmlformats.org/officeDocument/2006/relationships/slide" Target="/ppt/slides/slide29.xml" Id="R5848baf291d946f7" /><Relationship Type="http://schemas.openxmlformats.org/officeDocument/2006/relationships/slide" Target="/ppt/slides/slide30.xml" Id="Rf0f4eb8032734c40" /><Relationship Type="http://schemas.openxmlformats.org/officeDocument/2006/relationships/slide" Target="/ppt/slides/slide31.xml" Id="R1fd4066baf35454b" /><Relationship Type="http://schemas.openxmlformats.org/officeDocument/2006/relationships/slide" Target="/ppt/slides/slide32.xml" Id="Rb85ea9293a3e41b7" /><Relationship Type="http://schemas.openxmlformats.org/officeDocument/2006/relationships/slide" Target="/ppt/slides/slide33.xml" Id="R1705502c2dd94906" /><Relationship Type="http://schemas.openxmlformats.org/officeDocument/2006/relationships/slide" Target="/ppt/slides/slide34.xml" Id="R2ccc512f00224e88" /><Relationship Type="http://schemas.openxmlformats.org/officeDocument/2006/relationships/slide" Target="/ppt/slides/slide35.xml" Id="Rab22f23ab4f84f8e" /><Relationship Type="http://schemas.openxmlformats.org/officeDocument/2006/relationships/slide" Target="/ppt/slides/slide36.xml" Id="Rd01503cde68e4122" /><Relationship Type="http://schemas.openxmlformats.org/officeDocument/2006/relationships/slide" Target="/ppt/slides/slide37.xml" Id="R9ef0aa6a14d94263" /><Relationship Type="http://schemas.openxmlformats.org/officeDocument/2006/relationships/slide" Target="/ppt/slides/slide38.xml" Id="R52305a85137341ea" /><Relationship Type="http://schemas.openxmlformats.org/officeDocument/2006/relationships/slide" Target="/ppt/slides/slide39.xml" Id="Refd13470b6524654" /><Relationship Type="http://schemas.openxmlformats.org/officeDocument/2006/relationships/slide" Target="/ppt/slides/slide40.xml" Id="Rdc8e26d724ab4983" /><Relationship Type="http://schemas.openxmlformats.org/officeDocument/2006/relationships/slide" Target="/ppt/slides/slide41.xml" Id="R6895843c4bb94023" /><Relationship Type="http://schemas.openxmlformats.org/officeDocument/2006/relationships/slide" Target="/ppt/slides/slide42.xml" Id="R413d4e69098c48ca" /><Relationship Type="http://schemas.openxmlformats.org/officeDocument/2006/relationships/slide" Target="/ppt/slides/slide43.xml" Id="Rb95a0a92d34c421d" /><Relationship Type="http://schemas.openxmlformats.org/officeDocument/2006/relationships/slide" Target="/ppt/slides/slide44.xml" Id="Rf175fee26e974d89" /><Relationship Type="http://schemas.openxmlformats.org/officeDocument/2006/relationships/slide" Target="/ppt/slides/slide45.xml" Id="Rc2d2436a186e4014" /><Relationship Type="http://schemas.openxmlformats.org/officeDocument/2006/relationships/slide" Target="/ppt/slides/slide46.xml" Id="R27b0540e0ba64cae" /><Relationship Type="http://schemas.openxmlformats.org/officeDocument/2006/relationships/slide" Target="/ppt/slides/slide47.xml" Id="Rccfde7fbdae249f7" /><Relationship Type="http://schemas.openxmlformats.org/officeDocument/2006/relationships/slide" Target="/ppt/slides/slide48.xml" Id="R68e3203b03824aef" /><Relationship Type="http://schemas.openxmlformats.org/officeDocument/2006/relationships/slide" Target="/ppt/slides/slide49.xml" Id="Rfc0d572d23704c40" /><Relationship Type="http://schemas.openxmlformats.org/officeDocument/2006/relationships/slide" Target="/ppt/slides/slide50.xml" Id="R7ea5d76318444781" /><Relationship Type="http://schemas.openxmlformats.org/officeDocument/2006/relationships/slide" Target="/ppt/slides/slide51.xml" Id="Re8e642e67f9d4862" /><Relationship Type="http://schemas.openxmlformats.org/officeDocument/2006/relationships/slide" Target="/ppt/slides/slide52.xml" Id="R775a88ea027641de" /><Relationship Type="http://schemas.openxmlformats.org/officeDocument/2006/relationships/slide" Target="/ppt/slides/slide53.xml" Id="R31ae6b74c78a4ff4" /><Relationship Type="http://schemas.openxmlformats.org/officeDocument/2006/relationships/slide" Target="/ppt/slides/slide54.xml" Id="Re4afcfeec61e4d13" /><Relationship Type="http://schemas.openxmlformats.org/officeDocument/2006/relationships/slide" Target="/ppt/slides/slide55.xml" Id="Re3b536fe0c7c4460" /><Relationship Type="http://schemas.openxmlformats.org/officeDocument/2006/relationships/slide" Target="/ppt/slides/slide56.xml" Id="R606c3742c8cb4b48" /><Relationship Type="http://schemas.openxmlformats.org/officeDocument/2006/relationships/slide" Target="/ppt/slides/slide57.xml" Id="R8857bd49f3ca4b20" /><Relationship Type="http://schemas.openxmlformats.org/officeDocument/2006/relationships/slide" Target="/ppt/slides/slide58.xml" Id="R48cb950ae2d34389" /><Relationship Type="http://schemas.openxmlformats.org/officeDocument/2006/relationships/slide" Target="/ppt/slides/slide59.xml" Id="Rdeda600f2ae84813" /><Relationship Type="http://schemas.openxmlformats.org/officeDocument/2006/relationships/slide" Target="/ppt/slides/slide60.xml" Id="R43633d76dbee41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714c1a1cdc45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f7f9bbf8664267" /><Relationship Type="http://schemas.openxmlformats.org/officeDocument/2006/relationships/notesMaster" Target="/ppt/notesMasters/notesMaster1.xml" Id="R3e5a70f7ec5c42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70d0d793e649da" /><Relationship Type="http://schemas.openxmlformats.org/officeDocument/2006/relationships/notesMaster" Target="/ppt/notesMasters/notesMaster1.xml" Id="R1721cab497ec45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8d492c5c9f34725" /><Relationship Type="http://schemas.openxmlformats.org/officeDocument/2006/relationships/notesMaster" Target="/ppt/notesMasters/notesMaster1.xml" Id="Rdc0a33f9591d47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aa650904b045b3" /><Relationship Type="http://schemas.openxmlformats.org/officeDocument/2006/relationships/notesMaster" Target="/ppt/notesMasters/notesMaster1.xml" Id="R0ad8565a26d245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eaf85bca574ed8" /><Relationship Type="http://schemas.openxmlformats.org/officeDocument/2006/relationships/notesMaster" Target="/ppt/notesMasters/notesMaster1.xml" Id="Rcb92260b7ca74e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d7779f61ee34d3f" /><Relationship Type="http://schemas.openxmlformats.org/officeDocument/2006/relationships/notesMaster" Target="/ppt/notesMasters/notesMaster1.xml" Id="Rac9ffb9b126a4a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92f8519af14bef" /><Relationship Type="http://schemas.openxmlformats.org/officeDocument/2006/relationships/notesMaster" Target="/ppt/notesMasters/notesMaster1.xml" Id="Red2d872ceec44d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c3ffbabda64d0f" /><Relationship Type="http://schemas.openxmlformats.org/officeDocument/2006/relationships/notesMaster" Target="/ppt/notesMasters/notesMaster1.xml" Id="R6f2cc4cf4be644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ea97ec677f42e3" /><Relationship Type="http://schemas.openxmlformats.org/officeDocument/2006/relationships/notesMaster" Target="/ppt/notesMasters/notesMaster1.xml" Id="R37e24d60585a483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4cd26cfd5b3448e" /><Relationship Type="http://schemas.openxmlformats.org/officeDocument/2006/relationships/notesMaster" Target="/ppt/notesMasters/notesMaster1.xml" Id="Red10d644f00a42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63703e541f547ce" /><Relationship Type="http://schemas.openxmlformats.org/officeDocument/2006/relationships/notesMaster" Target="/ppt/notesMasters/notesMaster1.xml" Id="R067509ae058245b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d82391a27374c49" /><Relationship Type="http://schemas.openxmlformats.org/officeDocument/2006/relationships/notesMaster" Target="/ppt/notesMasters/notesMaster1.xml" Id="Raa3ed486201e415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cc3338a0890424e" /><Relationship Type="http://schemas.openxmlformats.org/officeDocument/2006/relationships/notesMaster" Target="/ppt/notesMasters/notesMaster1.xml" Id="Raa4173fccfb7416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26b426068084426" /><Relationship Type="http://schemas.openxmlformats.org/officeDocument/2006/relationships/notesMaster" Target="/ppt/notesMasters/notesMaster1.xml" Id="R8f00d86ac500495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3e67d41278f4666" /><Relationship Type="http://schemas.openxmlformats.org/officeDocument/2006/relationships/notesMaster" Target="/ppt/notesMasters/notesMaster1.xml" Id="R47d6fa7fb0114d7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9bae7b60cab42b5" /><Relationship Type="http://schemas.openxmlformats.org/officeDocument/2006/relationships/notesMaster" Target="/ppt/notesMasters/notesMaster1.xml" Id="Ra431794914e846c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d25b492f0a74379" /><Relationship Type="http://schemas.openxmlformats.org/officeDocument/2006/relationships/notesMaster" Target="/ppt/notesMasters/notesMaster1.xml" Id="Rc2a9e1e0daa44e8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cec6ee785914ac7" /><Relationship Type="http://schemas.openxmlformats.org/officeDocument/2006/relationships/notesMaster" Target="/ppt/notesMasters/notesMaster1.xml" Id="R0eb536f2ef6c428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12b4ab48d5b4997" /><Relationship Type="http://schemas.openxmlformats.org/officeDocument/2006/relationships/notesMaster" Target="/ppt/notesMasters/notesMaster1.xml" Id="Raa5c2e8c1b1e4c9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e3e7a5ef791423f" /><Relationship Type="http://schemas.openxmlformats.org/officeDocument/2006/relationships/notesMaster" Target="/ppt/notesMasters/notesMaster1.xml" Id="R2339655d6d47462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52f353867a946bc" /><Relationship Type="http://schemas.openxmlformats.org/officeDocument/2006/relationships/notesMaster" Target="/ppt/notesMasters/notesMaster1.xml" Id="R5a83f8be8011401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223acde925844d8" /><Relationship Type="http://schemas.openxmlformats.org/officeDocument/2006/relationships/notesMaster" Target="/ppt/notesMasters/notesMaster1.xml" Id="R383b115ff76a449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120b9e70aed48dd" /><Relationship Type="http://schemas.openxmlformats.org/officeDocument/2006/relationships/notesMaster" Target="/ppt/notesMasters/notesMaster1.xml" Id="R30235ea5e4ab466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718ac9c0dd0426e" /><Relationship Type="http://schemas.openxmlformats.org/officeDocument/2006/relationships/notesMaster" Target="/ppt/notesMasters/notesMaster1.xml" Id="R6a8cd84a5507487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57b1000916e4f31" /><Relationship Type="http://schemas.openxmlformats.org/officeDocument/2006/relationships/notesMaster" Target="/ppt/notesMasters/notesMaster1.xml" Id="Rdffdb2b338564cf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178b4392cc14661" /><Relationship Type="http://schemas.openxmlformats.org/officeDocument/2006/relationships/notesMaster" Target="/ppt/notesMasters/notesMaster1.xml" Id="R880623aabe10478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30baef529eb4fe2" /><Relationship Type="http://schemas.openxmlformats.org/officeDocument/2006/relationships/notesMaster" Target="/ppt/notesMasters/notesMaster1.xml" Id="R99f24e8c6b5643a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0b496c89b784eb1" /><Relationship Type="http://schemas.openxmlformats.org/officeDocument/2006/relationships/notesMaster" Target="/ppt/notesMasters/notesMaster1.xml" Id="Rd38d2cac86374ee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3e967f3407a41f1" /><Relationship Type="http://schemas.openxmlformats.org/officeDocument/2006/relationships/notesMaster" Target="/ppt/notesMasters/notesMaster1.xml" Id="Rcad517f6e1d54bd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a4997d2085747d0" /><Relationship Type="http://schemas.openxmlformats.org/officeDocument/2006/relationships/notesMaster" Target="/ppt/notesMasters/notesMaster1.xml" Id="Rb9e945cae7c648d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44a66f992114196" /><Relationship Type="http://schemas.openxmlformats.org/officeDocument/2006/relationships/notesMaster" Target="/ppt/notesMasters/notesMaster1.xml" Id="Rd7ee4abc2db4444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3937b4025a44193" /><Relationship Type="http://schemas.openxmlformats.org/officeDocument/2006/relationships/notesMaster" Target="/ppt/notesMasters/notesMaster1.xml" Id="R766fbd6b3ec6430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d8c460d0a0e42c0" /><Relationship Type="http://schemas.openxmlformats.org/officeDocument/2006/relationships/notesMaster" Target="/ppt/notesMasters/notesMaster1.xml" Id="R4d75718c0f61450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2d8c75c315848ba" /><Relationship Type="http://schemas.openxmlformats.org/officeDocument/2006/relationships/notesMaster" Target="/ppt/notesMasters/notesMaster1.xml" Id="Rbbf67034d5194b8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b081642ae4145c4" /><Relationship Type="http://schemas.openxmlformats.org/officeDocument/2006/relationships/notesMaster" Target="/ppt/notesMasters/notesMaster1.xml" Id="Rca9ab37f38874b9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e7385f2ffd845b5" /><Relationship Type="http://schemas.openxmlformats.org/officeDocument/2006/relationships/notesMaster" Target="/ppt/notesMasters/notesMaster1.xml" Id="R51401cb9e6be447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9926f35113a42a6" /><Relationship Type="http://schemas.openxmlformats.org/officeDocument/2006/relationships/notesMaster" Target="/ppt/notesMasters/notesMaster1.xml" Id="R42a03eb22a5644b3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e23327e1cb04e1a" /><Relationship Type="http://schemas.openxmlformats.org/officeDocument/2006/relationships/notesMaster" Target="/ppt/notesMasters/notesMaster1.xml" Id="R2b256cef2485477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d367c25fa1e461f" /><Relationship Type="http://schemas.openxmlformats.org/officeDocument/2006/relationships/notesMaster" Target="/ppt/notesMasters/notesMaster1.xml" Id="R5b7bf75867fa440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c149a1533614764" /><Relationship Type="http://schemas.openxmlformats.org/officeDocument/2006/relationships/notesMaster" Target="/ppt/notesMasters/notesMaster1.xml" Id="Rd6bb2ee7f63749f6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20e4c79a97f439f" /><Relationship Type="http://schemas.openxmlformats.org/officeDocument/2006/relationships/notesMaster" Target="/ppt/notesMasters/notesMaster1.xml" Id="R30beab66b01e40a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21ef9fe18d814798" /><Relationship Type="http://schemas.openxmlformats.org/officeDocument/2006/relationships/notesMaster" Target="/ppt/notesMasters/notesMaster1.xml" Id="R1c37a8fd16fa416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a94fd2d1144f452e" /><Relationship Type="http://schemas.openxmlformats.org/officeDocument/2006/relationships/notesMaster" Target="/ppt/notesMasters/notesMaster1.xml" Id="R4f988d07424d4e4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862af82f647e4557" /><Relationship Type="http://schemas.openxmlformats.org/officeDocument/2006/relationships/notesMaster" Target="/ppt/notesMasters/notesMaster1.xml" Id="R2a66d67dc43b40d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64d19fb2122e4e1a" /><Relationship Type="http://schemas.openxmlformats.org/officeDocument/2006/relationships/notesMaster" Target="/ppt/notesMasters/notesMaster1.xml" Id="Rf194632bd0f24ae9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8e905d7899c246ea" /><Relationship Type="http://schemas.openxmlformats.org/officeDocument/2006/relationships/notesMaster" Target="/ppt/notesMasters/notesMaster1.xml" Id="R70efb917c63c463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601dea4ac44c478a" /><Relationship Type="http://schemas.openxmlformats.org/officeDocument/2006/relationships/notesMaster" Target="/ppt/notesMasters/notesMaster1.xml" Id="Ree4a3666857f4681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dc10c43534b46e8" /><Relationship Type="http://schemas.openxmlformats.org/officeDocument/2006/relationships/notesMaster" Target="/ppt/notesMasters/notesMaster1.xml" Id="Rceed259dbb8e444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7507c891b7a243c4" /><Relationship Type="http://schemas.openxmlformats.org/officeDocument/2006/relationships/notesMaster" Target="/ppt/notesMasters/notesMaster1.xml" Id="Rc045d1f74962404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20e19e9197754496" /><Relationship Type="http://schemas.openxmlformats.org/officeDocument/2006/relationships/notesMaster" Target="/ppt/notesMasters/notesMaster1.xml" Id="Ra29fb01bac2d428a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7c212872a8ff4e4d" /><Relationship Type="http://schemas.openxmlformats.org/officeDocument/2006/relationships/notesMaster" Target="/ppt/notesMasters/notesMaster1.xml" Id="Rb04fda453e944885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c7692e8687ff4ded" /><Relationship Type="http://schemas.openxmlformats.org/officeDocument/2006/relationships/notesMaster" Target="/ppt/notesMasters/notesMaster1.xml" Id="R1cc518c967fa4a35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babebeaa47284c1b" /><Relationship Type="http://schemas.openxmlformats.org/officeDocument/2006/relationships/notesMaster" Target="/ppt/notesMasters/notesMaster1.xml" Id="R24e6fe62231a4227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e1d8eb4cd494210" /><Relationship Type="http://schemas.openxmlformats.org/officeDocument/2006/relationships/notesMaster" Target="/ppt/notesMasters/notesMaster1.xml" Id="R3a0b425451164916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91c0ba9564674f3f" /><Relationship Type="http://schemas.openxmlformats.org/officeDocument/2006/relationships/notesMaster" Target="/ppt/notesMasters/notesMaster1.xml" Id="R4d77574b74364a3a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5c917accab0847a4" /><Relationship Type="http://schemas.openxmlformats.org/officeDocument/2006/relationships/notesMaster" Target="/ppt/notesMasters/notesMaster1.xml" Id="Rcfe617049c7c4200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85e48ccccd13444e" /><Relationship Type="http://schemas.openxmlformats.org/officeDocument/2006/relationships/notesMaster" Target="/ppt/notesMasters/notesMaster1.xml" Id="Rb2be75855e564500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7945527156b34f62" /><Relationship Type="http://schemas.openxmlformats.org/officeDocument/2006/relationships/notesMaster" Target="/ppt/notesMasters/notesMaster1.xml" Id="Rbdda1c36a9b24c5a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73122d9a653c4a44" /><Relationship Type="http://schemas.openxmlformats.org/officeDocument/2006/relationships/notesMaster" Target="/ppt/notesMasters/notesMaster1.xml" Id="Raf3b0d155ef04bf1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018e280132824174" /><Relationship Type="http://schemas.openxmlformats.org/officeDocument/2006/relationships/notesMaster" Target="/ppt/notesMasters/notesMaster1.xml" Id="R98cb5a6135c944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1c439102ec4f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e2adf690294c8a" /><Relationship Type="http://schemas.openxmlformats.org/officeDocument/2006/relationships/slideLayout" Target="/ppt/slideLayouts/slideLayout1.xml" Id="Rb46b162cfe6843a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6b162cfe6843a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4762445c7c4e2e" /><Relationship Type="http://schemas.openxmlformats.org/officeDocument/2006/relationships/notesSlide" Target="/ppt/notesSlides/notesSlide1.xml" Id="Rfd0acbac9f1843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c6dac40dd948a1" /><Relationship Type="http://schemas.openxmlformats.org/officeDocument/2006/relationships/notesSlide" Target="/ppt/notesSlides/notesSlide2.xml" Id="Rb6e188d8acb344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bb61c648646f8" /><Relationship Type="http://schemas.openxmlformats.org/officeDocument/2006/relationships/image" Target="/ppt/media/image.png" Id="R2a5e12f2bc044931" /><Relationship Type="http://schemas.openxmlformats.org/officeDocument/2006/relationships/notesSlide" Target="/ppt/notesSlides/notesSlide3.xml" Id="R1639463567f84b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f34eea666478c" /><Relationship Type="http://schemas.openxmlformats.org/officeDocument/2006/relationships/image" Target="/ppt/media/image2.png" Id="Rae72caf8d81d4d74" /><Relationship Type="http://schemas.openxmlformats.org/officeDocument/2006/relationships/notesSlide" Target="/ppt/notesSlides/notesSlide4.xml" Id="Ref6ea9033a914a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7bcd8e96e497b" /><Relationship Type="http://schemas.openxmlformats.org/officeDocument/2006/relationships/notesSlide" Target="/ppt/notesSlides/notesSlide5.xml" Id="R62d66c145a0045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b4059e18c44e7" /><Relationship Type="http://schemas.openxmlformats.org/officeDocument/2006/relationships/image" Target="/ppt/media/image3.png" Id="R4fdd0d77f3194474" /><Relationship Type="http://schemas.openxmlformats.org/officeDocument/2006/relationships/notesSlide" Target="/ppt/notesSlides/notesSlide6.xml" Id="Rafa2f3905d714e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852a5c7bbd44b7" /><Relationship Type="http://schemas.openxmlformats.org/officeDocument/2006/relationships/notesSlide" Target="/ppt/notesSlides/notesSlide7.xml" Id="Rdd0b2540e76d4c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90da5acbd4f23" /><Relationship Type="http://schemas.openxmlformats.org/officeDocument/2006/relationships/image" Target="/ppt/media/image4.png" Id="R03ec051db021489e" /><Relationship Type="http://schemas.openxmlformats.org/officeDocument/2006/relationships/notesSlide" Target="/ppt/notesSlides/notesSlide8.xml" Id="Rf80d103a9f184d6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4fa1c404047b7" /><Relationship Type="http://schemas.openxmlformats.org/officeDocument/2006/relationships/notesSlide" Target="/ppt/notesSlides/notesSlide9.xml" Id="Rde56ee1018f947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2a01daa789458c" /><Relationship Type="http://schemas.openxmlformats.org/officeDocument/2006/relationships/notesSlide" Target="/ppt/notesSlides/notesSlide10.xml" Id="R0b03f10cdbde4e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40bfb6b7fb45b0" /><Relationship Type="http://schemas.openxmlformats.org/officeDocument/2006/relationships/notesSlide" Target="/ppt/notesSlides/notesSlide11.xml" Id="R89574ed428604a2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190f5de2944967" /><Relationship Type="http://schemas.openxmlformats.org/officeDocument/2006/relationships/notesSlide" Target="/ppt/notesSlides/notesSlide12.xml" Id="R1d33aedc66ae420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b06078d034a1e" /><Relationship Type="http://schemas.openxmlformats.org/officeDocument/2006/relationships/image" Target="/ppt/media/image5.png" Id="R8acee07b28af4f9d" /><Relationship Type="http://schemas.openxmlformats.org/officeDocument/2006/relationships/notesSlide" Target="/ppt/notesSlides/notesSlide13.xml" Id="Rb5f00a53042a412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f54015176f4bf0" /><Relationship Type="http://schemas.openxmlformats.org/officeDocument/2006/relationships/image" Target="/ppt/media/image6.png" Id="Rd1d4e6820ecc40ea" /><Relationship Type="http://schemas.openxmlformats.org/officeDocument/2006/relationships/notesSlide" Target="/ppt/notesSlides/notesSlide14.xml" Id="R27c5258e0f9643c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7cf43b7a2a4b11" /><Relationship Type="http://schemas.openxmlformats.org/officeDocument/2006/relationships/image" Target="/ppt/media/image7.png" Id="Ra805699043f84bed" /><Relationship Type="http://schemas.openxmlformats.org/officeDocument/2006/relationships/notesSlide" Target="/ppt/notesSlides/notesSlide15.xml" Id="R4f7a77f82629415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e2ca091e1c412d" /><Relationship Type="http://schemas.openxmlformats.org/officeDocument/2006/relationships/notesSlide" Target="/ppt/notesSlides/notesSlide16.xml" Id="Rcc52655ce6594c7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e1e77ba2844bf" /><Relationship Type="http://schemas.openxmlformats.org/officeDocument/2006/relationships/image" Target="/ppt/media/image8.png" Id="R346ed4be9bfa4402" /><Relationship Type="http://schemas.openxmlformats.org/officeDocument/2006/relationships/notesSlide" Target="/ppt/notesSlides/notesSlide17.xml" Id="R38ea6451e7684cd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b50040ed38444e" /><Relationship Type="http://schemas.openxmlformats.org/officeDocument/2006/relationships/notesSlide" Target="/ppt/notesSlides/notesSlide18.xml" Id="Rdf235f99f4604c2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e8f99d5bc4af4" /><Relationship Type="http://schemas.openxmlformats.org/officeDocument/2006/relationships/notesSlide" Target="/ppt/notesSlides/notesSlide19.xml" Id="Re96cca078b0a407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ba3edf9ef442a0" /><Relationship Type="http://schemas.openxmlformats.org/officeDocument/2006/relationships/notesSlide" Target="/ppt/notesSlides/notesSlide20.xml" Id="R2347526f9c12497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6693f0b414251" /><Relationship Type="http://schemas.openxmlformats.org/officeDocument/2006/relationships/notesSlide" Target="/ppt/notesSlides/notesSlide21.xml" Id="R5b85a56132674da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e5d66263c4a60" /><Relationship Type="http://schemas.openxmlformats.org/officeDocument/2006/relationships/notesSlide" Target="/ppt/notesSlides/notesSlide22.xml" Id="R6eda6dd3d184431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86d7e189214175" /><Relationship Type="http://schemas.openxmlformats.org/officeDocument/2006/relationships/image" Target="/ppt/media/image9.png" Id="Rdb310eb2161a4743" /><Relationship Type="http://schemas.openxmlformats.org/officeDocument/2006/relationships/notesSlide" Target="/ppt/notesSlides/notesSlide23.xml" Id="Ra76f6ad0855248c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bad8c52d44a5e" /><Relationship Type="http://schemas.openxmlformats.org/officeDocument/2006/relationships/image" Target="/ppt/media/image10.png" Id="R8ab8c928c6844c80" /><Relationship Type="http://schemas.openxmlformats.org/officeDocument/2006/relationships/notesSlide" Target="/ppt/notesSlides/notesSlide24.xml" Id="Rdac983b376ff455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94ec8100114b56" /><Relationship Type="http://schemas.openxmlformats.org/officeDocument/2006/relationships/notesSlide" Target="/ppt/notesSlides/notesSlide25.xml" Id="R6b1dac6316f2443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06f1458d3744f6" /><Relationship Type="http://schemas.openxmlformats.org/officeDocument/2006/relationships/notesSlide" Target="/ppt/notesSlides/notesSlide26.xml" Id="R0b14629402c3438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7a3d537664cb1" /><Relationship Type="http://schemas.openxmlformats.org/officeDocument/2006/relationships/image" Target="/ppt/media/image11.png" Id="R6d83b316bd634c63" /><Relationship Type="http://schemas.openxmlformats.org/officeDocument/2006/relationships/notesSlide" Target="/ppt/notesSlides/notesSlide27.xml" Id="R2349250e64a64d2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c0e6432a974079" /><Relationship Type="http://schemas.openxmlformats.org/officeDocument/2006/relationships/notesSlide" Target="/ppt/notesSlides/notesSlide28.xml" Id="Red170166aa0b492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6a2ce8fcb0463b" /><Relationship Type="http://schemas.openxmlformats.org/officeDocument/2006/relationships/notesSlide" Target="/ppt/notesSlides/notesSlide29.xml" Id="Rfa160d3539664e0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aa86a925d499c" /><Relationship Type="http://schemas.openxmlformats.org/officeDocument/2006/relationships/image" Target="/ppt/media/image12.png" Id="Rb62d6994d70948c0" /><Relationship Type="http://schemas.openxmlformats.org/officeDocument/2006/relationships/notesSlide" Target="/ppt/notesSlides/notesSlide30.xml" Id="R5d334c2611424e8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a75a59ba54727" /><Relationship Type="http://schemas.openxmlformats.org/officeDocument/2006/relationships/image" Target="/ppt/media/image13.png" Id="R4561799abda74cc7" /><Relationship Type="http://schemas.openxmlformats.org/officeDocument/2006/relationships/notesSlide" Target="/ppt/notesSlides/notesSlide31.xml" Id="R5c7fe373a30440f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ca8fbd429d42e5" /><Relationship Type="http://schemas.openxmlformats.org/officeDocument/2006/relationships/image" Target="/ppt/media/image14.png" Id="R72b939e86f694a33" /><Relationship Type="http://schemas.openxmlformats.org/officeDocument/2006/relationships/notesSlide" Target="/ppt/notesSlides/notesSlide32.xml" Id="Rb9336eaf0b0d473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ec98b798d4d4e" /><Relationship Type="http://schemas.openxmlformats.org/officeDocument/2006/relationships/notesSlide" Target="/ppt/notesSlides/notesSlide33.xml" Id="R18e5674de8d1417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237ad5a0ec4eb7" /><Relationship Type="http://schemas.openxmlformats.org/officeDocument/2006/relationships/notesSlide" Target="/ppt/notesSlides/notesSlide34.xml" Id="Ra2aa26edf13f4fb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3af603aed24115" /><Relationship Type="http://schemas.openxmlformats.org/officeDocument/2006/relationships/image" Target="/ppt/media/image15.png" Id="Rea5823bc18644282" /><Relationship Type="http://schemas.openxmlformats.org/officeDocument/2006/relationships/notesSlide" Target="/ppt/notesSlides/notesSlide35.xml" Id="Rd7f13dd0fa394f0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7e734e7c24857" /><Relationship Type="http://schemas.openxmlformats.org/officeDocument/2006/relationships/notesSlide" Target="/ppt/notesSlides/notesSlide36.xml" Id="Rcc5374df6d884cda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698184ac44afe" /><Relationship Type="http://schemas.openxmlformats.org/officeDocument/2006/relationships/notesSlide" Target="/ppt/notesSlides/notesSlide37.xml" Id="R07609edac27e41c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80d30afb24e14" /><Relationship Type="http://schemas.openxmlformats.org/officeDocument/2006/relationships/notesSlide" Target="/ppt/notesSlides/notesSlide38.xml" Id="Raa51fb07c4384bf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f28b9a50cf4b48" /><Relationship Type="http://schemas.openxmlformats.org/officeDocument/2006/relationships/notesSlide" Target="/ppt/notesSlides/notesSlide39.xml" Id="R00397ebbeafc406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558cf466f4f42" /><Relationship Type="http://schemas.openxmlformats.org/officeDocument/2006/relationships/notesSlide" Target="/ppt/notesSlides/notesSlide40.xml" Id="Re1230f1bb19f460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068dac52d7430f" /><Relationship Type="http://schemas.openxmlformats.org/officeDocument/2006/relationships/notesSlide" Target="/ppt/notesSlides/notesSlide41.xml" Id="Rd58950ececd7488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21149e11274159" /><Relationship Type="http://schemas.openxmlformats.org/officeDocument/2006/relationships/image" Target="/ppt/media/image16.png" Id="R596b998c178e4365" /><Relationship Type="http://schemas.openxmlformats.org/officeDocument/2006/relationships/notesSlide" Target="/ppt/notesSlides/notesSlide42.xml" Id="Rf7b6c80a26304fe9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b7f3e078042da" /><Relationship Type="http://schemas.openxmlformats.org/officeDocument/2006/relationships/notesSlide" Target="/ppt/notesSlides/notesSlide43.xml" Id="Rabc090011d214d4f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75513cd8e4bb8" /><Relationship Type="http://schemas.openxmlformats.org/officeDocument/2006/relationships/image" Target="/ppt/media/image17.png" Id="Rb63329d3107746bd" /><Relationship Type="http://schemas.openxmlformats.org/officeDocument/2006/relationships/notesSlide" Target="/ppt/notesSlides/notesSlide44.xml" Id="R267b8d0b89ba4bba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562bdc4980426d" /><Relationship Type="http://schemas.openxmlformats.org/officeDocument/2006/relationships/notesSlide" Target="/ppt/notesSlides/notesSlide45.xml" Id="Rfb1c8fafa6534a75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aece287404f1b" /><Relationship Type="http://schemas.openxmlformats.org/officeDocument/2006/relationships/image" Target="/ppt/media/image18.png" Id="R1fc52cb3a012437d" /><Relationship Type="http://schemas.openxmlformats.org/officeDocument/2006/relationships/notesSlide" Target="/ppt/notesSlides/notesSlide46.xml" Id="R044e966ca7a7440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ad705ff1144e8" /><Relationship Type="http://schemas.openxmlformats.org/officeDocument/2006/relationships/notesSlide" Target="/ppt/notesSlides/notesSlide47.xml" Id="Ra120348201e54cc3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be6d0a0424b27" /><Relationship Type="http://schemas.openxmlformats.org/officeDocument/2006/relationships/notesSlide" Target="/ppt/notesSlides/notesSlide48.xml" Id="R47069f22146a4e85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704ce5cf004bbe" /><Relationship Type="http://schemas.openxmlformats.org/officeDocument/2006/relationships/image" Target="/ppt/media/image19.png" Id="Rfd586b7136c749d2" /><Relationship Type="http://schemas.openxmlformats.org/officeDocument/2006/relationships/notesSlide" Target="/ppt/notesSlides/notesSlide49.xml" Id="R9d3f435bd8ac462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bfa1c45a504963" /><Relationship Type="http://schemas.openxmlformats.org/officeDocument/2006/relationships/notesSlide" Target="/ppt/notesSlides/notesSlide50.xml" Id="R12e0d06466f34a6a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0e860bd2ef4586" /><Relationship Type="http://schemas.openxmlformats.org/officeDocument/2006/relationships/notesSlide" Target="/ppt/notesSlides/notesSlide51.xml" Id="R500b8ee3868d4b98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25ac348bff4247" /><Relationship Type="http://schemas.openxmlformats.org/officeDocument/2006/relationships/notesSlide" Target="/ppt/notesSlides/notesSlide52.xml" Id="Rbe08f950cb0245c4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f674e4a4243cc" /><Relationship Type="http://schemas.openxmlformats.org/officeDocument/2006/relationships/notesSlide" Target="/ppt/notesSlides/notesSlide53.xml" Id="R6fece4ec98a74ff5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fa07376ffe4a13" /><Relationship Type="http://schemas.openxmlformats.org/officeDocument/2006/relationships/image" Target="/ppt/media/image20.png" Id="R057958cdf41a48af" /><Relationship Type="http://schemas.openxmlformats.org/officeDocument/2006/relationships/notesSlide" Target="/ppt/notesSlides/notesSlide54.xml" Id="R841f478ecbb24333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7a908b9a464fdf" /><Relationship Type="http://schemas.openxmlformats.org/officeDocument/2006/relationships/notesSlide" Target="/ppt/notesSlides/notesSlide55.xml" Id="Rf453c28342a84a7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af3456f464db1" /><Relationship Type="http://schemas.openxmlformats.org/officeDocument/2006/relationships/notesSlide" Target="/ppt/notesSlides/notesSlide56.xml" Id="R241f5587f4284c83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b979d3719d4ff1" /><Relationship Type="http://schemas.openxmlformats.org/officeDocument/2006/relationships/notesSlide" Target="/ppt/notesSlides/notesSlide57.xml" Id="Re05f907bbcf347d6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9b323692541e6" /><Relationship Type="http://schemas.openxmlformats.org/officeDocument/2006/relationships/notesSlide" Target="/ppt/notesSlides/notesSlide58.xml" Id="R0d46184ff3e64249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c68856a4f4aeb" /><Relationship Type="http://schemas.openxmlformats.org/officeDocument/2006/relationships/notesSlide" Target="/ppt/notesSlides/notesSlide59.xml" Id="R93692868ac484353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04f57ca6a34c78" /><Relationship Type="http://schemas.openxmlformats.org/officeDocument/2006/relationships/notesSlide" Target="/ppt/notesSlides/notesSlide60.xml" Id="R9472e8cacb964e8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1E6BF9-02F1-47C6-B139-8AFAFD47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F51ECE-B24E-480D-95C2-766900FB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3-HOUR TRAINING | 60 SLIDES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2EB27-C65B-4956-AEC5-C1305AEE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Build Reliable Claude Code Workflows with Guardrails and Tests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F8941D-EF96-4263-82CA-477A10B6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10363200" cy="434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100">
                <a:solidFill>
                  <a:srgbClr val="5A665F"/>
                </a:solidFill>
                <a:latin typeface="Aptos"/>
                <a:ea typeface="Aptos"/>
                <a:cs typeface="Aptos"/>
              </a:rPr>
              <a:t>Harness engineering for safer AI coding agents, tool ecosystems, compound workflows, and reviewable autonomy.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AC02D-EDC8-4627-8373-8039CD17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BC6B8-0F50-412C-A01B-33E2FBDC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626585-3B7A-44BA-BF42-5402C3E7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621296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8C0BDC-B868-4555-9146-B593E30A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48CAB-8EE5-4016-B9B7-C9AD7DF2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SESSION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FB870-22BA-418C-B31A-B128E6B3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Three Hours, Three Layers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E5591-9127-4B16-8B8E-22D4634B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33401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0F5E21-EFBC-4608-BFDF-C93E2940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299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1 Hour 1 Reliable agent workflows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C4FDCE-1184-49B3-A9DC-3C4545994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29972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specs, permissions, hooks, tests, and review.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010C0-2ACE-4A8D-BC25-987B9F6D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1485900"/>
            <a:ext cx="33401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302B9A-0F62-4F8C-AEF5-09F579A9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619250"/>
            <a:ext cx="299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2 Hour 2 Skills, MCP, and plugins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EE65F-5BEE-4473-8CD7-7A36DBDC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981200"/>
            <a:ext cx="29972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extending the agent without losing control.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24EAD4-565E-4E4B-8E1C-89A134D3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50" y="1485900"/>
            <a:ext cx="33401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77A69-9B90-488D-ABE9-C7BBB423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638300"/>
            <a:ext cx="29972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3 Hour 3 Compound engineering and agent dreaming: orchestrated systems that rehearse before they 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5F8A35-FB62-48AA-8833-9340EE4C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7EA7CB-845D-4382-9F3A-CC39F51A5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387C28-9A29-4C9D-B383-514050B2F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1756867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9525A3-3F1E-4C31-8588-3641B8A9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611FC-C787-4E00-B11A-136B8D75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912ECC-D3F1-4BA4-A054-8D5C27C1D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We Are Building Toward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5e12f2bc044931"/>
          <a:stretch xmlns:a="http://schemas.openxmlformats.org/drawingml/2006/main"/>
        </p:blipFill>
        <p:spPr>
          <a:xfrm xmlns:a="http://schemas.openxmlformats.org/drawingml/2006/main">
            <a:off x="6191250" y="1819998"/>
            <a:ext cx="5334000" cy="232265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ADFAA-0038-45D1-9784-B2DDD0C4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5095875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100">
                <a:solidFill>
                  <a:srgbClr val="5A665F"/>
                </a:solidFill>
                <a:latin typeface="Aptos"/>
                <a:ea typeface="Aptos"/>
                <a:cs typeface="Aptos"/>
              </a:rPr>
              <a:t>The target is not a clever prompt. The target is a repeatable operating system for AI-assisted development.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0CB62-4C37-4EF3-8AD4-DD1466C3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7C779E-54C9-4FDC-BE64-6E827B87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5A389C-F9F4-4C67-85E3-F27DB245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7447671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19B2BE-3744-4674-9095-314CC880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E13566-70AD-4506-BE0C-4F730335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WHY THIS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99E86B-B1AE-4893-8A3F-923AB77B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Speed Without Structure Creates Risk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2caf8d81d4d74"/>
          <a:stretch xmlns:a="http://schemas.openxmlformats.org/drawingml/2006/main"/>
        </p:blipFill>
        <p:spPr>
          <a:xfrm xmlns:a="http://schemas.openxmlformats.org/drawingml/2006/main">
            <a:off x="6191250" y="1767138"/>
            <a:ext cx="5334000" cy="242837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B6035-881B-405C-ACAD-CCBF4FA0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5095875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Large opaque diffs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Unclear assumptions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Skipped validation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Tool overreach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Scoped tasks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Auditable actions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Automated checks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Human approval points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3DE15-B83F-47CD-891E-A4BABEEE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7A3E94-CFE5-4944-99B0-185CAD28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818410-CEC8-4015-9F1D-E066D67C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996181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4081C8-5C47-4530-B178-7E3A6D62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EED4B5-2F41-4865-8482-F8D2CA23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RELIABILITY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09A4F-2A83-4402-9AE1-1A82FEA2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The Model Is Not the Whole 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55D730-DCA3-4EE9-8A91-44D0E4DC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1D9F76-A671-4760-8E4A-6F0B813F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Model Reasoning, code generation, summarization, planning.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6746E6-063E-43A1-B20D-5A9CB05D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C14BB-C139-4B91-8607-B232BAAB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Harness Instructions, tools, permissions, tests, logs,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3DA5F3-771B-4F72-BFF1-3FB88EBA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8CDA3B-88BB-4528-A86A-0FABF573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Organization Policy, ownership, release process, security posture.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B27CB1-0AB5-43CE-926A-42ED9D2A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E208B-7CC1-4411-BE0B-B6A28B2C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A0EEF6-FAC4-40A5-A070-0FF8823F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8752832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B4D666-4EFD-4C76-AAA0-5DD7C67D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FA6FB4-0B31-4A7B-A0A8-A38D480F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14516B-A89F-47E4-B2C8-F622511B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Where Coding Agents Go Wrong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d0d77f3194474"/>
          <a:stretch xmlns:a="http://schemas.openxmlformats.org/drawingml/2006/main"/>
        </p:blipFill>
        <p:spPr>
          <a:xfrm xmlns:a="http://schemas.openxmlformats.org/drawingml/2006/main">
            <a:off x="6191250" y="1733370"/>
            <a:ext cx="5334000" cy="249590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DE5C0-042E-455A-8F26-1997976B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BA2EE8-8D1F-445A-80C2-42E1C807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Intent drift Solves a nearby problem.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85BEE4-CB0E-4589-932D-ABA4E344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512AF2-90B6-45FE-BF00-0163BF8D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Scope creep Changes unrelated files.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573BE2-EB78-4F20-9B54-9C8DCA75C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5435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AB61B0-F3C6-4BF6-A75F-275FF7E0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675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Invented facts Assumes APIs or project rules.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46F2BF-70D4-4D23-B15F-705E71F6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05435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B502A-E8EE-4DF9-B9A8-2C78A2EE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20675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Tool misuse Runs risky commands too early.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C5B945-6DBA-47F0-AF8E-29983A71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280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CA15F4-E05B-47E9-BED8-E0A8CC9D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7520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Weak evidence Reports done without proof.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A7778B-FC9D-4B01-B33A-BA3D5DFB1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462280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102833-A9FA-4877-8850-9A4E28DB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477520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Review fatigue Leaves humans with an unreadable diff.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DABB57-EE38-4DC4-8C52-C0189E99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17371C-145D-4771-AF33-5ACA952B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6 / 60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244D5A-8FF4-48E8-924E-9C5A4B20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8224242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EC22D6-DA97-489E-B4D2-A6DEF567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0DEFD0-DAA1-4472-9395-3168291E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HARNESS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58077D-136F-4F59-871C-9D3D04E3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The Discipline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E0486-0DFF-4018-9FCC-7D12E077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Specify: define task, scope, non-goals, and evidence.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Constrain: limit tools, filesystem, credentials, and blast radius.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Validate: require tests, logs, screenshots, or artifacts.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Review: keep human judgment at meaningful decision points.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9C935-E9AB-4858-B370-6DCECD07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BB666-131D-4F6B-A59D-DC239EF0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7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4A481-448D-4C56-8813-D423FFF4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574076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5A70FF-901D-4911-B494-A549E849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135413-68BE-4FC8-A156-BE66C706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TASK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A5D37-190F-4B00-9775-AEF50DC5B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A Reliable Task Has Four Parts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ec051db021489e"/>
          <a:stretch xmlns:a="http://schemas.openxmlformats.org/drawingml/2006/main"/>
        </p:blipFill>
        <p:spPr>
          <a:xfrm xmlns:a="http://schemas.openxmlformats.org/drawingml/2006/main">
            <a:off x="6191250" y="1576455"/>
            <a:ext cx="5334000" cy="280974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5E503C-6F8A-444D-8B6A-6D0CE48E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CDC625-270E-47EE-AA15-1D834767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Objective What should be true when the task is done?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E3DADB-2CED-4A1F-AADA-6A9583EF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296AA1-84CD-43DA-88BC-D77EEF67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Scope Which files, modules, and behaviors are in bounds?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F84E02-1444-4CE0-8AC0-E45E3745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265B6-FB02-4B09-A23A-94EF45F5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Non-goals What should the agent avoid changing?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688F0A-9E50-48C1-9E48-879B78EA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2F979C-0DCB-4F96-B362-C6364417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Evidence Which checks prove the work is credible?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4F3236-5610-443E-B2F0-9E0D5C7B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FC726A-C06C-41E3-A873-D9747F29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8 / 60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3C3AA9-D408-4DE9-954D-A91CA4F7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9927344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284DF1-F2CC-4A56-8C48-66E9AFDF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07D700-54E5-4356-81BD-E46E141F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B3ACD-DE1B-4D3A-A830-20F6C021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Weak Prompt vs Task Contract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35BA7E-CA83-4970-8A8D-2D8C9E8E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Fix broken revenue filter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Edit dashboard module only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No visual redesign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Run focused UI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CDD263-55FF-44A8-A9EC-53349408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864405-E511-4AC9-B4CE-24F04B98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9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9FED7-E226-4BF2-AA30-1EFF1433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6421856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3A77C2-C2FC-404E-8A33-B7F82096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CB291A-1BDD-41E1-BC21-C7DD65AD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EXERCISE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7B1C62-473D-45EF-94DF-B312A53C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Rewrite a Risky Request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BDE393-4E61-4132-9B30-66FE4FC1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7201C"/>
          </a:solidFill>
          <a:ln xmlns:a="http://schemas.openxmlformats.org/drawingml/2006/main" w="9525">
            <a:solidFill>
              <a:srgbClr val="17201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07C22B-175C-49A7-BD6C-A5F014E1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7F4ED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7F4ED"/>
                </a:solidFill>
                <a:latin typeface="Aptos"/>
                <a:ea typeface="Aptos"/>
                <a:cs typeface="Aptos"/>
              </a:rPr>
              <a:t>"Upgrade our auth flow and make it more secure."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5726BA-97B0-4BB5-AD16-214ABDB3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62200"/>
            <a:ext cx="1036320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Specific behavior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Allowed files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Security non-goals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Required tests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806F7-2A8A-4DB5-BBF7-DC7F40A7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E5284-F8B4-4989-99C1-D447BD71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10 / 60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0723EE-C486-40AB-98B1-01B713E2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3945412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7C8CF9-FB35-48C8-8980-7067D387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921030-3860-4439-ABE4-323E896A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INSTRUCTION LAYERS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9F1461-66B9-46DD-A2BF-D1A5B207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Put Instructions Where They Belong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FB837E-E0E9-4055-982F-0057729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0C790D-4EFB-4435-A61D-6D77C586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Global Safety posture, review behavior, irreversible action rules.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B8835A-57ED-4014-B624-F90ABA09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95A9A1-258C-4D9E-9043-DC55EA86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Project Architecture, test commands, coding style, release process.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AFC790-9CCE-41AB-9540-8D3AF9EDE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54F2F6-AC27-43E9-BDD0-754551544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Task Current goal, scope, acceptance checks, stop conditions.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15B7E-9BA7-4560-9353-327D5766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009E05-A09D-475D-9E9B-57B0B780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11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5E01D0-934E-4CAC-9226-06ED2B47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30635258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2DB0DF-7164-4A14-A140-23BDEA25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AE32EF-8913-4C1B-8F37-0F3CC8B0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PROJECT INSTRUCTIONS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766D0-561D-4C4A-A330-A3845738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Example Project Rules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03ECE-6DCF-470C-AF7D-7996E0D4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oundRect">
            <a:avLst>
              <a:gd name="adj" fmla="val 1681"/>
            </a:avLst>
          </a:prstGeom>
          <a:solidFill xmlns:a="http://schemas.openxmlformats.org/drawingml/2006/main">
            <a:srgbClr val="17201C"/>
          </a:solidFill>
          <a:ln xmlns:a="http://schemas.openxmlformats.org/drawingml/2006/main" w="9525">
            <a:solidFill>
              <a:srgbClr val="17201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B52A05-52EB-4D59-BFF1-B01A1D26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9906000" cy="411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F7F4ED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7F4ED"/>
                </a:solidFill>
                <a:latin typeface="Consolas"/>
                <a:ea typeface="Consolas"/>
                <a:cs typeface="Consolas"/>
              </a:rPr>
              <a:t>Before editing: Inspect existing patterns first. During editing: Keep changes scoped to requested modules. Before final response: Run focused tests or explain why not. List changed files and remaining risks.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8D3658-2AFF-432D-899C-C69A84B5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E37B69-1D36-4B1B-B7AA-D1FA9F69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12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1B5D38-5A19-4A13-B85C-884E70C9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6943453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A7C92D-B5EB-4DAA-97BD-6E47EE3D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76061-528B-48E9-B628-863924BD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PERMISSIONS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277D1F-575C-47FF-BBEC-166F49C1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Tool Access Is a Risk Budget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cee07b28af4f9d"/>
          <a:stretch xmlns:a="http://schemas.openxmlformats.org/drawingml/2006/main"/>
        </p:blipFill>
        <p:spPr>
          <a:xfrm xmlns:a="http://schemas.openxmlformats.org/drawingml/2006/main">
            <a:off x="6191250" y="2357870"/>
            <a:ext cx="5334000" cy="124690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94B29-A36B-42F8-8701-837BA801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90AA2-638E-44EA-BC6B-D858480C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Allow Read code, inspect diffs, run focused tests, format touched files.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C7C51D-E4B2-4E16-B1B1-9648E6A1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E3181-C7EE-43BB-8E9C-A84E4221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Ask first Install packages, edit CI, run migrations, touch auth or billing.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D26A0B-5363-4DF5-A932-DA0487EA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C454BA-747C-40AF-94E2-D6048087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Block Force-push, delete data, reveal secrets, publish releases unsupervised.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7ECF69-DF11-4201-A972-F9FC7142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29FA98-5B4F-4006-819C-D058A1CF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13 / 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98DA8C-269C-435A-9720-4717E40A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6810457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CCAEA3-2E93-4F29-91AF-42C04B0C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E32858-7348-459D-882D-0C8DB56B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HOOKS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CE3C61-F5ED-44AB-BFF5-19DB3EE4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Hooks Make Policy Executable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4e6820ecc40ea"/>
          <a:stretch xmlns:a="http://schemas.openxmlformats.org/drawingml/2006/main"/>
        </p:blipFill>
        <p:spPr>
          <a:xfrm xmlns:a="http://schemas.openxmlformats.org/drawingml/2006/main">
            <a:off x="6191250" y="2376805"/>
            <a:ext cx="5334000" cy="120904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79CF1D-AFA7-4C94-94FD-0237C293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183FEF-49F3-4A21-B551-0789A52C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Pre-flight Check branch, load context, confirm scope.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E12BA7-0EAB-48F8-9372-6A8268D1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B1CF88-B281-464A-9F56-0F734FB2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During work Log tool calls, block risky commands, detect out-of-scope edits.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7A0481-BC8F-427B-9923-F0AD9DB7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2EBDBB-257B-456A-B23C-9E5C0073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Post-work Run checks, collect evidence, prepare review.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90DD85-80A4-4382-90E3-523E8C25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A34CEB-78E7-40B9-8046-A2090CDC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14 / 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2E0C7-9B13-484C-951A-0A0EB7FD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2955009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B595C4-BB26-4731-B962-C03F4F39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D2DB7-BE31-4EED-BFC5-318435DB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9424E8-7C11-4BB4-9101-B5AEAB83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Tests Are the Trust Boundary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5699043f84bed"/>
          <a:stretch xmlns:a="http://schemas.openxmlformats.org/drawingml/2006/main"/>
        </p:blipFill>
        <p:spPr>
          <a:xfrm xmlns:a="http://schemas.openxmlformats.org/drawingml/2006/main">
            <a:off x="6191250" y="1688013"/>
            <a:ext cx="5334000" cy="25866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E10182-0BA6-4FAC-BF3E-C52C0C04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5095875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100">
                <a:solidFill>
                  <a:srgbClr val="5A665F"/>
                </a:solidFill>
                <a:latin typeface="Aptos"/>
                <a:ea typeface="Aptos"/>
                <a:cs typeface="Aptos"/>
              </a:rPr>
              <a:t>The agent can propose. Evidence makes the proposal reviewable.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FAA1D-C633-4735-9CDF-1D643F9D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DDA5A-E657-4987-BEA2-71037D65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15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822400-1197-40E7-AF5E-443934DD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72017345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B49CE3-14B3-4C80-B929-CB024C2B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AF2085-9576-4F74-A8C0-2B2B2279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EVIDENCE LADDER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27204-C6A4-4516-B057-5A3C966F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Ask for the Smallest Useful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F2064-A364-44EB-81AB-37B7B3C8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Focused test for changed behavior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Regression check for nearby behavior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Type or lint check for touched code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Screenshot or trace for UI change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CI gate before merge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576767-3B27-4351-8035-52617ED3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093AC5-B33E-43D9-B6D7-0237168D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16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821BA7-755D-4811-AEC9-CA0EF1D9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67970370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9F75D3-441A-46FA-B3FA-E192D4F0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8673F8-7521-41DC-8549-EE59B8B1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OBSERVABILITY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F2BA6A-763E-4E3A-B89F-2BF87403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Make Agent Work Inspectable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ed4be9bfa4402"/>
          <a:stretch xmlns:a="http://schemas.openxmlformats.org/drawingml/2006/main"/>
        </p:blipFill>
        <p:spPr>
          <a:xfrm xmlns:a="http://schemas.openxmlformats.org/drawingml/2006/main">
            <a:off x="6191250" y="1647825"/>
            <a:ext cx="5334000" cy="2667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0910CA-590E-4CBF-A01D-488E2DC7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FE8D72-2448-4338-924E-A70CF703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Inputs Prompt, instructions, repo context, tool permissions.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0BDEBF-DCF8-4E4B-BB4A-5A456483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CDAA9A-5019-40AF-B8DC-40A15325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Actions Files read, commands run, files changed, external calls.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916925-3C9D-4D63-B6BD-AD7C12DF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06AE55-809C-4748-8097-9C416D7F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Outputs Diff, tests, logs, screenshots, assumptions, risks.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E71A4C-102C-473B-85B6-CB4B6489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12EF2D-E470-4663-B9CF-46671A32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17 / 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82742D-AF75-47F7-9109-D8854778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9350505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AD7254-6F19-4CFC-AC36-51B29F07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81200E-1250-44AC-BE71-247528FC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F9659-1024-4508-A57E-D70EFF6B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Review the Diff and the 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2322DC-A2DC-4613-A835-061A783F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Does the diff match the task contract?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Are unrelated edits absent or explained?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Did tests cover the highest-risk behavior?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Are assumptions and skipped checks visible?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255408-6058-4DAF-916D-829E93AE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E6FE84-6C42-446E-A7B2-8C9C4550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18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0700-6948-4BB8-B9EB-93A1ABD8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59286054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BEB54A-940B-44BF-8CAA-0AF79A76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5B2D1-174F-4480-82FF-E51FCE25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WORKFLOW BLUEPRINT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4DC6EF-1EEA-4264-8C76-909F4A34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Hour 1 Reference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066A1-A5D0-4384-8FB9-4932D1DC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699AB1-691A-4165-96A5-2CBDB32C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1 Write contract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094A2B-D4FD-4CAF-BCA8-52DE62F5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BC3AD6-FA86-402A-A9CC-1A289BCF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2 Load instructions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A71C2B-C700-4C4E-8491-6A14E112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83E78-642D-4B33-B196-72ACE1D4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3 Constrain tools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A3631D-3CE6-4662-AFC5-8CA77C1C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B79091-B215-4871-948D-BF3E2E62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888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4 Inspect first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B94000-AAD8-4C1E-949B-7FA4D093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2F37F4-9AAD-4EC4-9FDF-50978FB0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5 Edit narrowly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4879F7-D512-46A7-966B-8E07217D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21AB6C-F3EE-4AB9-8B1C-4F2628ED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6 Run checks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6787F-C110-4610-90AD-30232876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4C4257-0C5C-4E15-AA47-EC884E9D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7 Summarize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1BCB03-3A46-43D1-8D5F-95C5A6C6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44E422-07C6-47F0-86AF-9B1578D9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888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8 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3F4F9-34E7-45D0-B453-5ABBD373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C0A661-632F-4AD3-B977-AA679573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19 / 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95AA6C-4CC3-484F-A57B-68A1452D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77828186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209CE8-383F-4F0C-8B55-380BF2E9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E571B-0D73-4ED4-B7DF-A644BEDB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HOUR 1 LAB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AB79B7-C50C-4D3A-A7EF-6FC97574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Build a Minimal 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932211-A04D-4A30-8560-A94C6DFF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EB06C2-0F9C-4BCA-A096-C462F582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Pick A bug fix, UI tweak, dependency update, or test repair.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B27C20-0DDA-47E6-9FF0-8C370938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2DDFC3-CA74-4D21-8AC9-31DDB3CE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Design Task contract, permissions, checks, and final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49C78-9DAA-42AA-9D9D-CE80D553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755BCD-756C-46DB-958E-1019C005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Stress test What could the agent do wrong? Which control catches it?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CAAA64-567C-4C8E-868B-AA4E6268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820D0E-942A-4FD8-9B3D-C2D6F76D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20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5386DB-851D-4544-8855-F0233490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29058246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DC5058-31E8-4272-86B9-AEC783D9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F6702E-2479-4B7F-8DA8-DC392672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HOUR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5C2C97-C8BA-431F-AD2E-51B6C79D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Skills, MCP, and Plugins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D201F0-583A-4262-98ED-63AABD86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100">
                <a:solidFill>
                  <a:srgbClr val="5A665F"/>
                </a:solidFill>
                <a:latin typeface="Aptos"/>
                <a:ea typeface="Aptos"/>
                <a:cs typeface="Aptos"/>
              </a:rPr>
              <a:t>How to extend coding agents with reusable procedures, external context, and tool ecosystems while preserving control.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02635F-1A71-41D5-ACDC-221009FE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53FF32-1BD4-4900-8077-18D71266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21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C39E8-EFB7-4F1F-87BD-A1B8007A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02497587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12A253-493A-4B10-BE72-904C3A44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FC829D-FB29-46F9-A10F-09CBB100D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SKILLS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94AFB4-9EF7-456D-9EC0-731424D4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Is a Skill?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A4E65-BB04-476A-9219-5AE8F17B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14A099-F603-4C83-A97F-31032FBC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Reusable procedure A skill teaches the agent how to perform a recurring workflow.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51A7CE-3E3C-41D0-8E93-12CC870B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29BC71-8D6B-4BD4-A184-CF757E80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Local expertise It packages instructions, examples, scripts, templates, and assets.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AE48DB-6752-42E7-AC71-6CFC5F3F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E0D149-FE5F-4B2F-AB70-5A9BB2CF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Triggerable memory It activates when the task clearly matches its purpose.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7AD512-B4DD-48A4-88F2-9750BDAE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F5A18E-FBD3-4620-BF23-54137DDB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22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6BE521-9ADA-4A9A-8BDF-743E5927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16029230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61825A-A625-4324-A944-9968D368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6FD99E-1E89-4175-B5FB-AA4A4978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SKILL ANATOMY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5497E3-00D6-413C-A0BD-671038A9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A Skill Should Contain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310eb2161a4743"/>
          <a:stretch xmlns:a="http://schemas.openxmlformats.org/drawingml/2006/main"/>
        </p:blipFill>
        <p:spPr>
          <a:xfrm xmlns:a="http://schemas.openxmlformats.org/drawingml/2006/main">
            <a:off x="6191250" y="1706707"/>
            <a:ext cx="5334000" cy="254923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C4ECE-FCE6-4826-AEBF-5F5B0E3C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926555-162E-4EA4-B4B8-2D447589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Purpose When to use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E215C6-E17B-4124-AACC-BBE94148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509908-8D3D-43E5-840D-5100D95A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Workflow Steps the agent should follow.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9F0F68-4FD8-4AEC-908A-9EA756C3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5435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0951FE-9EFB-4AD1-B307-C68E97F6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675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References Docs, examples, policies.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B75368-BC3A-4D19-8475-1E5A0E6D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05435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961A6-E3D1-494D-8CD0-DC7E53A1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20675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Scripts Reusable automation.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BF82B4-E887-47B7-9122-3834C7C9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280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08EE8B-43F9-48E2-B79D-E48EC57D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7520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Assets Templates and starter files.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FE5DDF-2481-4C6C-8C70-89B88640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462280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32A20B-0B40-4E08-9546-B79DB14A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477520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Verification How to prove success.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8AD0CC-F75E-4BB2-92AA-91472BAA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FD0603-114C-4620-BDA6-F071E2C8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23 / 60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9F19EB-094D-46FD-B828-7D6FAFDD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32743855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7650AD-5829-4E7C-98CA-61D504BD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DB1E2-65E8-4904-9E0A-B963C180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SKILL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591005-A432-43A1-9F05-BCEB18DF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Security Fix Skill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b8c928c6844c80"/>
          <a:stretch xmlns:a="http://schemas.openxmlformats.org/drawingml/2006/main"/>
        </p:blipFill>
        <p:spPr>
          <a:xfrm xmlns:a="http://schemas.openxmlformats.org/drawingml/2006/main">
            <a:off x="6191250" y="2444570"/>
            <a:ext cx="5334000" cy="107350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B4457B-9FC5-4CAE-AA5F-54C1FE36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5095875" cy="4533900"/>
          </a:xfrm>
          <a:prstGeom xmlns:a="http://schemas.openxmlformats.org/drawingml/2006/main" prst="roundRect">
            <a:avLst>
              <a:gd name="adj" fmla="val 1681"/>
            </a:avLst>
          </a:prstGeom>
          <a:solidFill xmlns:a="http://schemas.openxmlformats.org/drawingml/2006/main">
            <a:srgbClr val="17201C"/>
          </a:solidFill>
          <a:ln xmlns:a="http://schemas.openxmlformats.org/drawingml/2006/main" w="9525">
            <a:solidFill>
              <a:srgbClr val="17201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DC4F26-9647-4325-B641-ECD011D3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4638675" cy="411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F7F4ED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7F4ED"/>
                </a:solidFill>
                <a:latin typeface="Consolas"/>
                <a:ea typeface="Consolas"/>
                <a:cs typeface="Consolas"/>
              </a:rPr>
              <a:t>Use when: A validated security finding needs a fix. Process: 1. Confirm source, sink, and exploit path. 2. Patch the smallest safe boundary. 3. Add regression coverage. 4. Report residual risk.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A9B22-1FC9-4D71-A9AD-058D9F96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EC1AFF-2DEC-461C-870E-3DF2DA76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24 / 60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AEDC26-7AE2-4234-A31A-2B15CF25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26713873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784E33-0429-451C-AB32-6A11A40E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00335A-485B-4169-86AF-44C19E9E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SKILL EXAMPLES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6916C-D20C-4D19-ABFA-E492960A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Good Skill Candidates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936C2C-88BC-41CC-A53B-4469ADE3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828646-15E7-47ED-AC33-6529A175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PR review Find bugs, risks, and test gaps.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A518D-4D07-45DA-8484-36737F50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4859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803A08-1DC8-4F3D-AFBE-38F9D188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383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Release notes Summarize commits into user-facing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4272EC-2B80-4683-907E-32A51082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1AF02D-D859-4D2C-A23D-CE274D0C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Migration Apply repeated codebase transformations.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47658-8E92-4D92-AA69-EB62CF2F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2766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06CB72-57E4-4F54-A24D-8A487C3F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4290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Docs update Follow voice, structure, and examples.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08C2F4-FD3A-418E-BFA1-F65F5841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8171FE-9F82-4001-A2CE-397F321A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25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3640AE-742F-4C16-BEA5-FE773888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81311894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E06B5E-BD7D-465B-8FE5-B9EF2401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D5402B-6494-4A42-BC1E-EEC60E3C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SKILL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9C94FD-38F0-4D3C-B0AE-04435C80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When Not to Make a Skill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F2A152-347A-4D30-8F83-1BD48451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 task is one-off and unlikely to repeat.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 process is still changing every week.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 instruction depends on hidden tribal knowledge.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 skill would bypass required human judgment.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E4830-3ABA-45D7-8A65-195A673B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5AEC4B-7814-4ADA-9E66-9CBBCE2D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26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A2E169-90DA-4C1C-9E56-BF5C8C84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48413695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D505C1-45D4-4C38-80F7-33377D34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D599CF-F763-4029-8BD6-0A4170EA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MCP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9996B4-C06B-4AF4-936A-AAC3F7F1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Is MCP?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83b316bd634c63"/>
          <a:stretch xmlns:a="http://schemas.openxmlformats.org/drawingml/2006/main"/>
        </p:blipFill>
        <p:spPr>
          <a:xfrm xmlns:a="http://schemas.openxmlformats.org/drawingml/2006/main">
            <a:off x="6191250" y="1776873"/>
            <a:ext cx="5334000" cy="240890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D0E0A-0129-41A5-AB5B-09F029BB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5095875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100">
                <a:solidFill>
                  <a:srgbClr val="5A665F"/>
                </a:solidFill>
                <a:latin typeface="Aptos"/>
                <a:ea typeface="Aptos"/>
                <a:cs typeface="Aptos"/>
              </a:rPr>
              <a:t>Model Context Protocol is a standard way for agents to connect to tools, data, and services through explicit server capabilities.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5D648E-8CDD-4BBD-81DD-6D990682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39AD9D-261B-4B7F-8FA3-DFE76CA4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27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8434D6-83DC-45FB-BB28-EE49F224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42366240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6BD55F-2CE6-4B42-9A2A-8D6C53F0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995ED-95E6-46A2-BCF0-2C4B9DAB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MCP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EC176-36F4-4885-9C62-B96CF238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MCP Separates Capability From Reasoning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0F0DC-8ECB-4894-8204-2BE00385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F249A9-3628-4BF8-AE33-C5385ACE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Agent Chooses goals, plans steps, interprets results.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25F18-535D-462E-A43E-042E54E6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938E3-38EE-405B-A6C4-2D5E3AEB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MCP server Exposes specific tools, resources, and schemas.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578F7E-767F-426B-9AEB-BC2415D0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B4FFDC-8EDF-4864-A963-687133EF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Policy Controls auth, audit, permissions, and confirmation.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CD006-7552-4C84-B067-0B2F33FB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3CC4B9-6032-4EEF-A509-91C3F035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28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BF1A27-4683-43EB-B345-8CB28BF7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44247850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0D3AF2-DF35-4849-9866-D87F424D5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1FED8-5418-4E40-A23A-95F56994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MCP EXAMPLES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5CCED-3C6A-4188-9067-1DC44835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Useful MCP Servers for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CCFA23-D4D9-47CB-8C02-66BB12DA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89B84-DE38-487D-ACC2-478B0783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GitHub Issues, PRs, comments, checks.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1A4DC-A6A7-4DEA-BCD6-A7A0F147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655A13-FB3A-49BD-BCBE-AB7A5DF3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Docs Search product or internal docs.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59CEBA-88E5-415B-9744-AB96B175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707BE2-772C-4AAF-8925-78C0D1E1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Database Read schemas, never raw secrets.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C4BF55-506E-476C-975B-4945457E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3DD944-6761-4FEB-A80A-EDAF6F83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888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CI Inspect failed jobs and logs.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AE6BCE-7FA9-40CD-B9CC-94D83360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C1D786-DD23-468E-842E-44226EB3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Calendar Coordinate release windows.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3DA390-2A93-407A-B12F-2DAD78C4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B48051-B45C-455E-A892-F5F9A1E8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Observability Fetch traces, logs,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F8BD5A-06EA-4C51-8EA4-0673379F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667024-04BC-4DED-BE7B-D9E1B2A1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29 / 60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9D8ADB-A9B3-415F-ADCA-C7E44F89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96730226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6C8630-91AA-4ACB-92CA-DA183722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A07E0-8698-4575-8A42-6F16FD0E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MCP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04F97C-31A2-4FDA-9CFC-66522812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Design MCP Tools With Boundaries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2d6994d70948c0"/>
          <a:stretch xmlns:a="http://schemas.openxmlformats.org/drawingml/2006/main"/>
        </p:blipFill>
        <p:spPr>
          <a:xfrm xmlns:a="http://schemas.openxmlformats.org/drawingml/2006/main">
            <a:off x="6191250" y="2378652"/>
            <a:ext cx="5334000" cy="120534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66F368-1C96-4567-90D5-A6EA5F62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5095875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Prefer narrow tools over generic shell or database access.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Require confirmation before writes or external side effects.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Return structured data instead of giant unbounded blobs.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Log user, tool, arguments, result, and timestamp.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BF11A-ED35-47AF-A524-FFE000EB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41AC5-94FD-4B28-9968-6CD7B4AB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30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3AE71F-1CF5-4692-92B0-28A53DE4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53673943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C3EE57-B424-4042-A86C-55509866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D4820-6685-4A4E-B257-77771180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PLUGINS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F3FA4C-F9E6-46E4-A0F9-2B7A0363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Is a Plugin?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61799abda74cc7"/>
          <a:stretch xmlns:a="http://schemas.openxmlformats.org/drawingml/2006/main"/>
        </p:blipFill>
        <p:spPr>
          <a:xfrm xmlns:a="http://schemas.openxmlformats.org/drawingml/2006/main">
            <a:off x="6191250" y="1692852"/>
            <a:ext cx="5334000" cy="257694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8DA8C-9211-4165-A6DD-A26ED6A9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43252F-FD01-4731-821F-F419A44D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Packaged capability A bundle of skills, tools, apps, MCP servers, or workflows.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137620-2ABE-4ECB-9C3B-61737658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A7118A-CA9A-4748-BAD3-CE787C74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Installable surface It makes a domain available to the agent as a coherent unit.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DACA03-8EFA-434A-B8FA-F9887D01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F5028B-6D42-4AFA-8A23-F1C5C9DB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Governance unit It can carry permissions, docs, and review expectations.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B8ABC8-4078-4FE5-9137-AFB4FAAD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A9E5D8-8EC7-46F3-AE12-B04EE576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31 / 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7995F5-105E-4ADC-97EE-63F23613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24728852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C7766E-9F3B-474D-845F-2A714680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D590F3-AF4A-4135-AB1B-902FC64F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17423-DC75-4A75-9BE8-90B3EAF4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Skills vs MCP vs Plugins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939e86f694a33"/>
          <a:stretch xmlns:a="http://schemas.openxmlformats.org/drawingml/2006/main"/>
        </p:blipFill>
        <p:spPr>
          <a:xfrm xmlns:a="http://schemas.openxmlformats.org/drawingml/2006/main">
            <a:off x="6191250" y="2350943"/>
            <a:ext cx="5334000" cy="126076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CF0C0B-9BD0-4CC7-B6F3-92CDA4DB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D8E2E-529A-43D7-9E94-1F8D7D93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Skill How to do a workflow.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7189E9-79C0-4ED8-8E2D-6D550BCC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FE5D0-22F8-47EC-88BA-A467EE60D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MCP How to reach a tool or data source.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FB6E26-9375-4386-99BD-7FF6E597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5435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C7512A-74B9-4EA9-B344-1358F396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675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Plugin How to package capabilities.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3B97FD-B5CE-444A-AFE0-F201B66A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05435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635AE6-879E-440F-8474-A73F443A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20675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Instruction What rules apply.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544FA9-B955-4825-9356-AFEE85AE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280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A592A0-EBFB-4099-BF7F-FF3BC48A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7520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Hook What gets enforced.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760959-CE57-410A-B9F7-FEE84BCB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4622800"/>
            <a:ext cx="2462213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402FAE-AFF0-44A0-A92A-443E1A61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4775200"/>
            <a:ext cx="2119313" cy="111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Test What proves it worked.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BC2DD0-B5CB-4CF6-98BB-76C82F719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614B25-065A-42A2-90E7-C38DD241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32 / 60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55D299-7A1D-4644-8345-7825C89A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74675377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D9CACE-4600-4F14-8B70-00CAF8FC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F3D282-67DD-43A5-A4B8-C82A76DA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PLUGIN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55985D-6410-4D5A-86DD-88B3622B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GitHub Workflow Plugin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EB623-EA83-4276-AAA3-B019E863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A7EDBB-D22F-4064-81CD-830EA64F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1 Read issue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C1884-91D9-4FE6-B91F-9EE95768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2585DE-0230-4335-BC08-03C32C88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2 Inspect repo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A624CF-D2F2-46AA-AB47-A904A129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D46213-C288-44EA-8B4B-9653E008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3 Patch 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D36BF7-70A7-46A7-84A8-52F5EB1B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1BDEA-C392-4926-8F70-0156B5F0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888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4 Run tests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6B147B-269A-46D8-AA05-81DB5086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010A39-9539-4AB1-93B0-1C852D04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5 Commit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CA3D96-6A24-46FF-BA69-7B36EE32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2E2005-A138-4DAC-BB49-484F2F02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6 Open PR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1F277E-2F5D-4B88-9EBE-C097E258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0FFE65-0989-40ED-9150-D7050E590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7 Monitor CI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2AED65-33F4-4497-A575-D1B63466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79DC57-DF9D-4042-891F-291BB0EF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888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8 Address comments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B8496B-98D3-4654-8421-6AC951D8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160172-2806-4424-A9EB-DB63F19A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33 / 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1CD1AB-3259-4EEC-B035-73ADD5DB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75741326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BE3FB3-0F70-449B-82B9-85F0D305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FA24D-BAD0-4BAE-AC44-32CA192C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TOOL COMPOSITION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9499C0-5540-4E2C-B090-E8C4E4BB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Composition Creates New Risk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22D1F4-DF16-426E-BC2F-6E369ADD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EDE1FA-1782-4656-AE58-9D37CBBE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34 / 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4854A0-7B91-4124-8D92-D6F55F27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38359542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11E82A-90DA-4F6E-AE9F-F3E7BFAB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3C5628-7D32-4A00-AA4C-009D4632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TRUST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62F8AE-E994-4826-AD30-DCBDF8D2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Never Treat Retrieved Content as Instructions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5823bc18644282"/>
          <a:stretch xmlns:a="http://schemas.openxmlformats.org/drawingml/2006/main"/>
        </p:blipFill>
        <p:spPr>
          <a:xfrm xmlns:a="http://schemas.openxmlformats.org/drawingml/2006/main">
            <a:off x="6191250" y="1788193"/>
            <a:ext cx="5334000" cy="238626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72814B-151E-46F9-9605-4806BF56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5095875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Issues, emails, docs, webpages, and logs are untrusted inputs.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They may provide facts, examples, or requirements.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They cannot override system, developer, project, or user instructions.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They cannot grant permission to send secrets or make side effects.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3C0166-AE37-4B93-86A0-40F3118C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79D15-3B0E-4C63-8077-87007225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35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1715C9-90B8-4FAF-8DE0-BB73DEFD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45938043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B44E27-82DB-4927-9E97-34619705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837780-E952-40C5-AD7C-5996080C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DATA ACCESS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B680B-BB48-4DD9-9862-EBA469B6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Shape Data Before the Agent Sees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6C326C-7CCB-45A5-8BDB-2A65EC94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3D9E6-1A29-4ACE-87BF-08B61BF9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Filter Return only records relevant to the task.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30184-B940-4875-89AC-9698F669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26DCC-29AA-4799-A47E-5F0A79D9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Redact Remove secrets, tokens, private identifiers, and customer data.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F3666-47D9-49F0-903D-23CA936B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A77AA5-98AC-468D-8150-AE8FC3B5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Summarize Convert noisy logs into structured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550604-E84F-44E4-B13A-4F8ACCD2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357661-782A-405B-8D29-ECA92A71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36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BDB12D-A25E-4041-9E65-3A5BBAED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56322388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293926-ECB7-4CD1-BCEF-ABF97B09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30ADC-D5DC-4299-9F2F-41BCA243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TOOL OBSERVABILITY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9717AF-7857-411A-AED9-BE98E6E7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Audit the Tool Layer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BAA250-1A0A-45CF-BC55-DBB8E376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Which tool was called?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What arguments were passed?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What data came back?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Did the call create a side effect?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Which human approved escalation?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5F60F7-18A9-47B5-B556-96527F55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C506A-0DBF-48AC-A466-B2716C9D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37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4ADD76-AD7B-44EC-8F64-CC6407F3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76765829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83A74E-DD0D-472C-95F7-E035B789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9B5D50-D4E8-4220-A99E-35981541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EXERCISE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9327E-9618-4A38-9CD6-EE12269B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Design a Skill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B05457-129F-4CA1-BCBC-101F7F15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7201C"/>
          </a:solidFill>
          <a:ln xmlns:a="http://schemas.openxmlformats.org/drawingml/2006/main" w="9525">
            <a:solidFill>
              <a:srgbClr val="17201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5E2FC-0B5F-4F5F-971D-D0C05E83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7F4ED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7F4ED"/>
                </a:solidFill>
                <a:latin typeface="Aptos"/>
                <a:ea typeface="Aptos"/>
                <a:cs typeface="Aptos"/>
              </a:rPr>
              <a:t>Pick one repeated workflow your team performs every week.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4BA3CD-357F-4CBC-B47D-FE971CB8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62200"/>
            <a:ext cx="1036320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Trigger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Procedure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Inputs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1C43E-DC89-49CD-AD3E-5475382D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2B9D01-08A6-48DC-B101-EB1CEBF3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38 / 60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F5707B-7B14-4BB9-A9A2-B008869E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59202504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4036B0-CEFF-412B-BF49-9F967A3E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F963AB-7073-429A-9DD1-4481F6D8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EXERCISE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19B4E9-189B-4197-9B08-85108DB2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Choose MCP Boundaries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B7F7E8-9C35-4714-BDFF-9C978339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9B7530-D850-4B8A-8CFC-62DB584E8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Read List open PRs Fetch failing CI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047DB-3E60-4C76-AD00-78044269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44084B-D002-4412-A889-C53DED7E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Ask first Post a comment Open a PR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38EB48-38D2-4F43-9248-30855930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DA067B-BBF6-4605-BD99-C4DEFBDC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Block Change repo permissions Expose secrets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F2F716-CD85-44FC-B2AC-98967E67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AB2431-8A4A-4058-90C2-9C5FE4A6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39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9A30DC-CABA-48EA-9CD6-C7AC1F48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745071052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5303B2-EBE1-4E38-ACA9-B3490303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001E3-61AE-42E4-90D0-0462C463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DEBUGGING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CB87-99E1-47A3-AC58-0AC1CC24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When Tool Chains Fail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91B007-58BF-4116-B2FB-85A49763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Check whether the agent chose the wrong capability.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Check whether the tool returned stale, partial, or oversized context.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Check whether a permission boundary blocked the action.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Check whether the final evidence actually proves the result.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C613E-D833-42F2-B026-E773BA31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3F7C3-C867-4B9E-ACC5-2BAB49E8A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40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1F9CDC-93DC-455C-91E7-33256CBB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63346747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4FFCE0-7408-4368-A060-0C35107A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B57534-8848-4F0F-96B7-8F172E03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HOUR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2B2DDF-A8A4-4089-B39E-D8DAE30E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Compound Engineering and Agent Dreaming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09A6B-7B44-403B-99DB-030DA27F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100">
                <a:solidFill>
                  <a:srgbClr val="5A665F"/>
                </a:solidFill>
                <a:latin typeface="Aptos"/>
                <a:ea typeface="Aptos"/>
                <a:cs typeface="Aptos"/>
              </a:rPr>
              <a:t>Designing multi-step agent systems that plan, rehearse, verify, and escalate instead of acting as a single opaque assistant.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4D7B8E-2B67-4739-928F-99579F5F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940CD8-2AB8-4FF9-9526-56E5F746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41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0954F1-6178-434E-8CA8-5D1708EB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85578183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D5895F-2F4A-4795-9A69-9FDF0F3F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E56E3-E822-4A02-AE7A-F850C430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COMPOUND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28D07D-3333-4112-9294-E15450D3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Is Compound Engineering?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b998c178e4365"/>
          <a:stretch xmlns:a="http://schemas.openxmlformats.org/drawingml/2006/main"/>
        </p:blipFill>
        <p:spPr>
          <a:xfrm xmlns:a="http://schemas.openxmlformats.org/drawingml/2006/main">
            <a:off x="6191250" y="2467205"/>
            <a:ext cx="5334000" cy="102824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A8CF21-2542-4289-91BE-69DD01F7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5095875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100">
                <a:solidFill>
                  <a:srgbClr val="5A665F"/>
                </a:solidFill>
                <a:latin typeface="Aptos"/>
                <a:ea typeface="Aptos"/>
                <a:cs typeface="Aptos"/>
              </a:rPr>
              <a:t>Compound engineering is building systems where multiple agent steps, tools, checks, memories, and human gates work together as one engineered workflow.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EED0AA-656A-4E59-9711-99535344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2013B3-0B42-4EC4-8031-3DFE95D8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42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12B2A9-4C8D-48B5-932B-4C12E8CB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47120939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AD232C-3D7F-43B4-A5A1-17916C7E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BFEC23-B175-430D-8317-79EFF87E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6934B2-70F9-4ED1-9B11-432AFF3C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Compound Workflow Components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FCDDE-8969-4A3D-8E3D-BA0C7AEF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9D159-CFC0-43C6-8CEB-4CEF6AA1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State What the workflow remembers.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10D1A-308C-4EC2-89C6-457D90F3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05F9BF-8D58-44B5-8E58-1E973F38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Roles Planner, builder, tester, critic.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CD8928-E614-4568-8C0A-7DB61C65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EBC394-0182-461A-903B-0DA7E927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Tools MCP, scripts, APIs, local commands.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645AE6-C0A7-41C7-800C-D50437EC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A208F9-A772-4FB0-938A-A975C214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888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Gates Policy, tests, approvals.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107F3-8874-4CCA-83CF-41D520B6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F1EA5-3BD6-4937-88C3-3E260583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Artifacts Plans, diffs, reports, traces.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F931FD-075F-4C11-A7BA-088E46E5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BB8F2C-CB6F-4F19-9D60-6F18F263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Fallbacks What happens when confidence drops.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0DB96E-1455-440C-8B60-8FF4A6AF6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D93544-9A2A-4617-B51C-77720A1B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43 / 60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A0ABE1-A09F-4665-82D4-0127CD67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84647071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EFBBA8-B0E2-4BD3-A2F4-781483DC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EF2A62-FD8B-4AFC-82FC-70F2994B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MULTI-AGENT PATTERN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CF7CBA-ACDC-4159-A2FD-B6D9CB52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Separate Duties to Reduce Blind Spots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3329d3107746bd"/>
          <a:stretch xmlns:a="http://schemas.openxmlformats.org/drawingml/2006/main"/>
        </p:blipFill>
        <p:spPr>
          <a:xfrm xmlns:a="http://schemas.openxmlformats.org/drawingml/2006/main">
            <a:off x="6191250" y="1665143"/>
            <a:ext cx="5334000" cy="263236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D8D1E3-AB35-404C-844E-228CE439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DCCF26-BDD9-47FC-8A7C-F0E5BF26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Planner Defines approach and risks.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F8B96C-8A9E-4010-9630-3080BEF2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A54240-B0A7-4C35-BAA5-98286765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Builder Makes scoped changes.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2E73AE-1F96-4983-9A6A-917AE8D6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CAA99-355A-4CAB-8BC5-EFE4ACA0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Tester Runs and expands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6E9143-46ED-45E2-B0C6-F72ABAF8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014C9-FC27-4638-A5D1-23846B51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Critic Reviews diff and assumptions.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A488D7-E81D-4BD6-8990-5A2A1582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07458E-21E6-45E0-B3F8-4E0C45BB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44 / 60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50117E-7E22-4860-BF57-B91C060D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93793203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00C300-C4A7-4688-8DB1-C41FE0F9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5D3D9D-4664-426B-AE26-48FE57FD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GUARDRAIL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0FEA77-4623-45BE-AE1C-B112CFCE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Guardrails Across the Whole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85DF3-8CDB-486E-BF32-F0A6320C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6FA93-D8FD-4150-978C-17FA1067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1 Classify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82C6C3-B13B-48CB-9BB9-CC694D84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277146-2DA2-4119-A120-83A113F4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2 Select skills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77F990-B836-4C45-8A65-605494A0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CB7760-2E80-45E6-A5F6-816BF0F7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3 Grant tools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B87233-0BA4-4A16-A773-A5956AD5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AE48CD-E24A-42B9-A9C3-1071F6FA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888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4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85E64B-E542-44F2-A7F1-DB871A2F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BC84B0-40D4-4297-916D-B1183D1D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5 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C9B13-3370-4E7A-887F-84A15869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DC9DBD-0B3B-46B3-8AA3-6AF1049D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6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2EA7C-A796-4098-BF6B-60BA4892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C2D2B-C821-4B19-8448-299A41A6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7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FF844B-4678-4462-AC92-3AE505D9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46C79D-9D18-4E2F-9767-81FE8A09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888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8 Escalate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C2393E-D5AD-4177-9E16-80CEE188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CC23DD-88D7-491A-B43B-3D4FF75D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45 / 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28C38-C53E-4C71-B01F-E621CE9D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135807163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163216-CED8-4D07-822D-D465CC1E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9C0AE6-91C1-42DF-ABD6-1600FE2B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A0201-660A-41CB-B219-3D44E3DB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Issue-to-PR Compound Workflow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c52cb3a012437d"/>
          <a:stretch xmlns:a="http://schemas.openxmlformats.org/drawingml/2006/main"/>
        </p:blipFill>
        <p:spPr>
          <a:xfrm xmlns:a="http://schemas.openxmlformats.org/drawingml/2006/main">
            <a:off x="6191250" y="2504543"/>
            <a:ext cx="5334000" cy="95356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32E66C-BE14-4D89-9F6D-33588ADA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BCB08A-A870-4D1A-95B5-7B484285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Input Issue, labels, repo instructions, failing test.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EDBB0-7DD8-4F48-85BF-303F25E3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FE56C8-397F-483B-A4C4-21199165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Plan Agent proposes files, checks, and risk level.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FDA43D-C26C-4A87-8321-6BD5DE68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BF95CF-F71D-40DF-87FF-438328DA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Scoped edit with tests and review summary.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AB6E05-20B1-41AA-BEDE-F1E3C859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89839E-FBBC-4D18-BB9C-9DAB6971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Gate Human approves PR creation and CI watches 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DAB787-A8BC-41A6-8C92-FF2D4BBD3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82808E-85AA-461F-A9A1-BD2E4CBC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46 / 60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F36965-F4BF-4685-B8C1-3EA1FE74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30271077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5CAD54-C473-430D-81F2-613F0682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B5D454-37B6-4B1A-91E5-E14FB323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D647B7-A530-49C1-99D0-4925E51D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Database Migration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6D97B-C3F7-40EB-B8BF-A8959F29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C980F1-CEDE-4557-8526-AC7481A3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Agent may Draft migration, tests, rollback plan.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879BCD-7E58-4FCD-8762-FF91E41E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C4A788-E279-4DCE-A2E6-A6BC5B8D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Human reviews Data loss risk, lock risk, rollout plan.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B69FA-C6CB-4133-B2A4-9765B158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7DC8F2-61F5-4C31-90A2-5ACAD054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Agent cannot Run production migration or alter live data alone.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E78BFB-9B5B-4D45-A081-C5F806CB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5AB7F9-A05A-4B2D-BA43-F029B7B6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47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2E9071-D634-4372-8E63-8FE3C1D1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573330342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676732-BA4A-4431-9A75-AA0BADB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774BBD-E65B-48BB-A40D-7798C6FC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AGENT DREAMING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952E85-AD99-4602-9962-80C9F0E3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Is Agent Dreaming?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35554-088B-4203-B7B3-E7B74325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100">
                <a:solidFill>
                  <a:srgbClr val="5A665F"/>
                </a:solidFill>
                <a:latin typeface="Aptos"/>
                <a:ea typeface="Aptos"/>
                <a:cs typeface="Aptos"/>
              </a:rPr>
              <a:t>Agent dreaming is structured rehearsal: the agent simulates plans, failures, tests, and review objections before touching production code or systems.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100">
                <a:solidFill>
                  <a:srgbClr val="5A665F"/>
                </a:solidFill>
                <a:latin typeface="Aptos"/>
                <a:ea typeface="Aptos"/>
                <a:cs typeface="Aptos"/>
              </a:rPr>
              <a:t>Dreaming is not free-form imagination. It is bounded scenario rehearsal with artifacts.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2FA55-0E67-4CA2-8261-149D1848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563ED7-B26A-4048-A25B-E33CBF07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48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5683B3-6ED7-4EBD-8062-5B48BDFC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2140249310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F8A613-772C-44E7-9261-7590D95A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F66F16-D73B-4BD1-ADC3-774A66B9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DREAMING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6C452-3BB0-4D66-9D6C-3F6B1F41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Rehearse Before Acting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586b7136c749d2"/>
          <a:stretch xmlns:a="http://schemas.openxmlformats.org/drawingml/2006/main"/>
        </p:blipFill>
        <p:spPr>
          <a:xfrm xmlns:a="http://schemas.openxmlformats.org/drawingml/2006/main">
            <a:off x="6191250" y="1862570"/>
            <a:ext cx="5334000" cy="223750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C07366-93DF-4BB2-BD04-B035E8CD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54B87-B5F3-44BE-B831-DAA6F7FA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49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ACED6A-B344-48D5-834A-50901A4C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205027166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EE38CE-B194-4C6E-BDE1-86F9925F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40FC91-E8AA-4FEA-8545-57ED4EF9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DREAM ARTIFACTS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E03F1-398B-4CF7-80A6-7ACE3766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a Dream Produces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5F7C00-B33C-43AE-85E0-931FCD889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3AA4B-E031-43A3-AC51-C7B6347A0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Plan variants Different ways to solve the task.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0433A6-F2F4-4EFF-B17D-356B392A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B980BA-3B33-45F2-BBB8-B74B4D09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Failure list What might go wrong.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316EB-425E-4728-879A-7EDA0224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80FD37-ED41-4460-B664-A2946C16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Test plan Evidence needed before trust.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A2214B-8B9E-459A-B0D2-CB5369B8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B2483-6CC1-459D-AD86-17710EAB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888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Rollback plan How to undo safely.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5651E-F4EF-4E05-87B5-584800A5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36515C-CF03-4C7C-AE98-2732195D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Questions Missing decisions for humans.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E6DDCB-065B-4D92-BC33-6528BD2F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2DEC8B-1DC1-41A6-AA88-691C727F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Confidence What is known versus assumed.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02EC0A-BE94-4EB5-B2D6-49D85651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DEFD79-A2A4-4B7F-9C84-A907CBD0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50 / 60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6CDCF4-4C8F-45D9-B000-B9A61CC7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8579148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CAA614-1DC7-447A-B1E8-A0202AE1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07BB6A-FC33-4AA8-9F01-1FDC8243E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DREAM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6F97C6-3803-43E0-8C5B-94E0FDA0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Keep Dreaming Bounded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C4388-E631-4EEA-B213-70F74D8EA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Dreams cannot authorize actions.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Dreams must cite real context or label assumptions.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Dreams should produce checks, not bypass them.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Dreams should be discarded when reality contradicts them.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5345C-3F70-4C24-94D2-3D2D9E01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49E6A5-D9E7-4928-94CC-2CC96964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51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D1E5D-5DC3-4512-A76D-476E8471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949258517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1E5D65-036E-40E3-8631-2B7457BA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C28624-56BD-49FA-946B-D674C12F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DREAM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CBCA7A-14FF-4DC5-B3C2-1AA4F1EC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Before a Refactor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C7CD5C-8146-44CA-B22A-8E861C55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07E56-2FEB-41E5-94A3-495818AA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Dream List likely call sites and breakage modes.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083AED-277A-45C7-8802-FEAD91A59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4859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099A62-A5A4-4726-A615-A2799F84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383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Reality check Use code search, tests, and impact analysis.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905437-3F2D-4090-B2CF-369E1843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CB9D8B-A375-472B-AD06-0843A40E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Plan Choose smallest refactor with rollback path.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0BD3AC-21B3-4D2E-BBB2-F440CCBE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2766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C6DE30-1B7A-406C-8A5F-216D4FA3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4290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Act Edit only after the rehearsal creates evidence tasks.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8CA8B4-93AF-4891-AC15-4084CBC8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89D5C5-8B7C-449A-AFE7-8F12EB36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52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6EB6A-364E-4377-8360-813EB7C9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67977336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582E35-FEA8-45DD-94B8-2BE46D7B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FC00E6-3808-4D4F-9BDA-FEAA882D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DREAM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C5461E-FFEB-4C26-B19B-3B253EA1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Before an Incident 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F0144-FAA5-408F-A1FE-ACE4A2D3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86E00-8991-4CB5-8E2B-65EDB016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Hypothesize What changed? What symptoms match?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89742-87EC-47FC-91EE-B644B301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74D27-4267-40B1-B311-3BB212E4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Rehearse What fixes could make things worse?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152B23-1EBB-4ADD-9DBB-BD8F7BBE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B62955-A596-4415-B4C7-4756586A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Gate What evidence is needed before deploy?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445872-BA92-4627-B530-8F6028C0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B9E19F-6E7C-477E-8ECD-CB1C0378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53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84BFD8-471A-4C1A-A5CF-2831FBB4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880745937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FD5741-8CF1-4817-BFCD-B2168DA7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9569D8-9D77-416B-A3DF-60CADD87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COMPOUND PLUS DREAMING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DF26EA-3040-4E60-93D1-E5F51C30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The Safe Autonomy Pattern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7958cdf41a48af"/>
          <a:stretch xmlns:a="http://schemas.openxmlformats.org/drawingml/2006/main"/>
        </p:blipFill>
        <p:spPr>
          <a:xfrm xmlns:a="http://schemas.openxmlformats.org/drawingml/2006/main">
            <a:off x="6191250" y="2479301"/>
            <a:ext cx="5334000" cy="100404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FEA90-35A1-434D-BB44-097BFC4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004888"/>
          </a:xfrm>
          <a:prstGeom xmlns:a="http://schemas.openxmlformats.org/drawingml/2006/main" prst="roundRect">
            <a:avLst>
              <a:gd name="adj" fmla="val 7583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578EAD-2C65-4239-BD24-22D13B57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719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1 Classify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07B92-F592-4F05-8CAC-BDC54D41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004888"/>
          </a:xfrm>
          <a:prstGeom xmlns:a="http://schemas.openxmlformats.org/drawingml/2006/main" prst="roundRect">
            <a:avLst>
              <a:gd name="adj" fmla="val 7583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FEB14-B68E-4EA0-A854-9D97714F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719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2 Dream 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1A3A6A-F4E6-4BE4-8654-1B66AD94A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2238"/>
            <a:ext cx="2462213" cy="1004888"/>
          </a:xfrm>
          <a:prstGeom xmlns:a="http://schemas.openxmlformats.org/drawingml/2006/main" prst="roundRect">
            <a:avLst>
              <a:gd name="adj" fmla="val 7583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5C0241-4781-489B-B9AD-C3BC78A4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4638"/>
            <a:ext cx="2119313" cy="719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3 Critique 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122565-2B24-4C2E-BB90-15EF5BA9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662238"/>
            <a:ext cx="2462213" cy="1004888"/>
          </a:xfrm>
          <a:prstGeom xmlns:a="http://schemas.openxmlformats.org/drawingml/2006/main" prst="roundRect">
            <a:avLst>
              <a:gd name="adj" fmla="val 7583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78D91-A538-44D5-AF07-39C23CBD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2814638"/>
            <a:ext cx="2119313" cy="719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4 Ask if needed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20FCF4-4F32-435A-99CF-C4273170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38575"/>
            <a:ext cx="2462213" cy="1004888"/>
          </a:xfrm>
          <a:prstGeom xmlns:a="http://schemas.openxmlformats.org/drawingml/2006/main" prst="roundRect">
            <a:avLst>
              <a:gd name="adj" fmla="val 7583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3D615E-20E2-44F7-86BC-32C1C011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90975"/>
            <a:ext cx="2119313" cy="719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5 Act narrowly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B0EAD6-5E02-4B71-9EDB-F3AA1A3A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838575"/>
            <a:ext cx="2462213" cy="1004888"/>
          </a:xfrm>
          <a:prstGeom xmlns:a="http://schemas.openxmlformats.org/drawingml/2006/main" prst="roundRect">
            <a:avLst>
              <a:gd name="adj" fmla="val 7583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8EFD49-092D-4301-9BE1-A52C03CF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990975"/>
            <a:ext cx="2119313" cy="719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6 Run 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14E2F5-AA5D-443F-B43B-741715F2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4913"/>
            <a:ext cx="2462213" cy="1004888"/>
          </a:xfrm>
          <a:prstGeom xmlns:a="http://schemas.openxmlformats.org/drawingml/2006/main" prst="roundRect">
            <a:avLst>
              <a:gd name="adj" fmla="val 7583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C06907-456E-4E16-A985-0A89DF6D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7313"/>
            <a:ext cx="2119313" cy="719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7 Review diff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EBB08B-621B-4A86-B879-5947DB47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5014913"/>
            <a:ext cx="2462213" cy="1004888"/>
          </a:xfrm>
          <a:prstGeom xmlns:a="http://schemas.openxmlformats.org/drawingml/2006/main" prst="roundRect">
            <a:avLst>
              <a:gd name="adj" fmla="val 7583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F008C0-2E15-4D94-9F69-272603A2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5167313"/>
            <a:ext cx="2119313" cy="719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8 Record lessons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0C4C8D-A42E-44B3-A7E6-D42C1EDE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928F21-601F-4A0C-8E43-22C75659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54 / 60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05A8A3-6AFF-476F-B023-CC564087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259983398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D055CE-49D6-41CB-BA4C-DD8B0BE4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4588FB-FA34-4941-90FD-1B6E7EA5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CAPSTONE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863FCA-AC30-4BDB-90F4-27D6E66A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Design a 60-Minute Team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F00AE-2406-47FC-A6D4-C41F5AA1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E08E6C-338E-460F-AEB7-D3F65F96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Workflow Pick one recurring engineering task.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E3FED3-5D8C-4EE3-840A-327020DA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80EFF-8CA3-45B4-9EE8-D83C239B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Harness Add specs, Skills, MCP, plugins, tests, and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119570-280D-48A9-88D2-09E8C531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50" y="1485900"/>
            <a:ext cx="33401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95875B-595F-4230-B267-129A8C43D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638300"/>
            <a:ext cx="2997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Dream Rehearse failures before granting action.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29CA9F-07C2-4A8A-A866-4D2CF24C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032FC4-4D57-416C-A5AC-60498890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55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46A653-21D2-4D6D-9E24-C3118A29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598363953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12C181-8CDF-4CE0-AA1C-E5AEE644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B146AA-4813-4CBE-A7E6-98280DF3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CAPSTONE CANVAS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E21DD6-DF41-4918-99A6-198F8CD2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Fill This Out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86B209-5881-411B-8DBC-29EC9138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Task contract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Skill needed?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MCP tools needed?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Plugin boundary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Tests and evidence</a:t>
            </a:r>
          </a:p>
          <a:p xmlns:a="http://schemas.openxmlformats.org/drawingml/2006/main">
            <a:pPr>
              <a:defRPr sz="20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Dream rehearsal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FBAEE8-C9B2-4FA2-B41F-31D06A0B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8AC3D4-D843-49D9-8107-123FFC22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56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5BA3E5-222C-4061-AD25-43808A29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588043236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7B4E1D-992C-4A5F-96CC-36BDDB40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6EDD39-DA33-44D3-8C86-1F5E0512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ROLLOUT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5B65FA-4226-444C-A1BB-5858429C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Start With One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635D7E-07A9-4854-9CA1-2259DE76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58FE95-39CB-4AD8-8984-2423FB94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Week 1 Pick workflow and task contract.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D43C9B-76C6-4552-99E4-49CE2002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4859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BB205-F539-47C1-8CBA-FD2C6720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383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Week 2 Add tests and evidence summary.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E95DD4-2BB0-4915-9988-14EB0587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CF275D-7A26-4F88-A0A0-99B3FAB9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Week 3 Create one skill or plugin.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1D4739-05DC-4778-A134-24580BD5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2766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29AA36-8469-42A8-BF2F-F40E7405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4290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Week 4 Add MCP or compound orchestration.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7EFD45-5A9B-490C-BF73-5EA2F4C1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192275-8D55-4278-82DA-C29FC54C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57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2D7927-8829-4282-9D97-3B66C59F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988379926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10B5F4-5EB7-42F3-94F0-7840AF02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A24F16-7A77-487E-8351-416807A6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ANTI-PATTERNS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9F4776-6102-45BB-A7F7-BD49284F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to Avoid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195324-B6B3-4F14-9731-7B38C9ED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11CE4F-4D00-426B-B3D6-45FB3F4F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Prompt pile Long instructions nobody maintains.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40DC76-8F21-4845-81A7-743BEA3A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3BA04B-6A4A-4597-9C2B-35009244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Tool buffet Every tool available all the time.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F30C0-643C-4A74-9BC7-9DF79B05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CE651C-DAC4-4A49-8282-8091E990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Fake review Humans approve unreadable diffs.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561698-3286-4A37-BA0D-6F1D60E19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14859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416D4A-D20A-483D-A247-D08B4823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888" y="16383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Untested autonomy Agent acts without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055BFB-0C38-4C28-BF4B-26674B3E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7D1ACD-DB09-4659-A381-CC3381FD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Memory drift Old context keeps steering work.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675E55-DC50-4A94-92FD-41589A9D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3276600"/>
            <a:ext cx="2462213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BD8826-8398-4E3C-B595-D0964789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3429000"/>
            <a:ext cx="2119313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Dream worship Simulated confidence replaces proof.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85C727-C691-4484-BA2D-22A99AA8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219EEE-EAA0-44DB-8619-081AD970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58 / 60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486104-76CD-4890-841D-AF12CD42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289234546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B064AB-03AB-45EF-AEB0-5BE70A67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72F03-876D-486F-9D24-BD78A9EE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FINAL CHECKLIST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9FBD1-34D7-4CAA-9B6A-A9F792F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Your Reliable Agent Stack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AAD7CC-C0E8-4D84-AF1C-667ED003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103632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Project instructions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Task contract template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Permission policy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Validation hooks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Skills library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MCP boundaries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Plugin governance</a:t>
            </a:r>
          </a:p>
          <a:p xmlns:a="http://schemas.openxmlformats.org/drawingml/2006/main">
            <a:pPr>
              <a:defRPr sz="172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Dream rehearsal step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84C1F0-01FA-4B0B-BF1D-844E34AC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D4C196-7F93-49F5-9324-98E697569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59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EDA434-2DF5-4C5F-B0B8-6820BF74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26785172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CBC0DC-C956-44BE-927C-D6B92BE9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14D68-2FEA-4F6C-8421-371F36E3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CLOSE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B91E2D-AAD1-4A43-A950-498C71DC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Reliable Agents Are Engineered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FC0FEA-9A74-4B7B-A5C4-6C1ECFC3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B05031-EF20-47F2-BB01-5D5026B8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Specify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549E2-EB03-4658-89F0-941B1BFF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4859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B76BA-D6CA-4555-9578-BE72DCA9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383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Constrain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BCB229-BF05-4C8A-BA75-7B4DBD51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061E1-DFFC-411F-9234-78FFD42D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Rehearse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BC7556-5BED-4BA1-8788-0EC525BF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276600"/>
            <a:ext cx="5095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75B0FA-3993-4C5C-9699-712D87838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429000"/>
            <a:ext cx="47529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5A665F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F87C5A-7C83-4F1E-A83A-7B2544DC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A49797-28DF-481F-887E-CC93EB71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60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87C512-01B3-4CB6-87DF-1DDE6DFC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21213493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2026-06-18T17:01:57.1710000Z</dcterms:created>
  <dcterms:modified xsi:type="dcterms:W3CDTF">2026-06-18T17:01:57.1720000Z</dcterms:modified>
</coreProperties>
</file>