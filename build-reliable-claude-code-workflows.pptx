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d8d39e258e404f" /><Relationship Type="http://schemas.openxmlformats.org/officeDocument/2006/relationships/extended-properties" Target="/docProps/app.xml" Id="R6d4eebe44d464600" /><Relationship Type="http://schemas.openxmlformats.org/officeDocument/2006/relationships/officeDocument" Target="/ppt/presentation.xml" Id="R546398ff94f841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029ae6e50e4150"/>
  </p:sldMasterIdLst>
  <p:notesMasterIdLst>
    <p:notesMasterId xmlns:r="http://schemas.openxmlformats.org/officeDocument/2006/relationships" r:id="R97f4c96cbcb14a2e"/>
  </p:notesMasterIdLst>
  <p:sldIdLst>
    <p:sldId xmlns:r="http://schemas.openxmlformats.org/officeDocument/2006/relationships" id="256" r:id="R7ae6c5f5200e4be8"/>
    <p:sldId xmlns:r="http://schemas.openxmlformats.org/officeDocument/2006/relationships" id="257" r:id="R2a875e61afd34f92"/>
    <p:sldId xmlns:r="http://schemas.openxmlformats.org/officeDocument/2006/relationships" id="258" r:id="Re7050f3cab214bac"/>
    <p:sldId xmlns:r="http://schemas.openxmlformats.org/officeDocument/2006/relationships" id="259" r:id="R63260e4ff1094f19"/>
    <p:sldId xmlns:r="http://schemas.openxmlformats.org/officeDocument/2006/relationships" id="260" r:id="R7481e760cc4f4368"/>
    <p:sldId xmlns:r="http://schemas.openxmlformats.org/officeDocument/2006/relationships" id="261" r:id="Rbb18eadf0ddc4ea0"/>
    <p:sldId xmlns:r="http://schemas.openxmlformats.org/officeDocument/2006/relationships" id="262" r:id="Re4bdb28713c94818"/>
    <p:sldId xmlns:r="http://schemas.openxmlformats.org/officeDocument/2006/relationships" id="263" r:id="Rc1ad1c5b1a994547"/>
    <p:sldId xmlns:r="http://schemas.openxmlformats.org/officeDocument/2006/relationships" id="264" r:id="Rf1b327cdfbe14bee"/>
    <p:sldId xmlns:r="http://schemas.openxmlformats.org/officeDocument/2006/relationships" id="265" r:id="Rb1df2c534a23496c"/>
    <p:sldId xmlns:r="http://schemas.openxmlformats.org/officeDocument/2006/relationships" id="266" r:id="R795c635080a94d47"/>
    <p:sldId xmlns:r="http://schemas.openxmlformats.org/officeDocument/2006/relationships" id="267" r:id="R14238cb905ac43a0"/>
    <p:sldId xmlns:r="http://schemas.openxmlformats.org/officeDocument/2006/relationships" id="268" r:id="R8c153ef3d07d4c93"/>
    <p:sldId xmlns:r="http://schemas.openxmlformats.org/officeDocument/2006/relationships" id="269" r:id="R8d26237da3b44860"/>
    <p:sldId xmlns:r="http://schemas.openxmlformats.org/officeDocument/2006/relationships" id="270" r:id="R4684f94802224f3d"/>
    <p:sldId xmlns:r="http://schemas.openxmlformats.org/officeDocument/2006/relationships" id="271" r:id="R109fc0d741e04d3d"/>
    <p:sldId xmlns:r="http://schemas.openxmlformats.org/officeDocument/2006/relationships" id="272" r:id="R72a3639bc13e4e17"/>
    <p:sldId xmlns:r="http://schemas.openxmlformats.org/officeDocument/2006/relationships" id="273" r:id="R675886a05b9842e9"/>
    <p:sldId xmlns:r="http://schemas.openxmlformats.org/officeDocument/2006/relationships" id="274" r:id="Rc21e1499a40849b6"/>
    <p:sldId xmlns:r="http://schemas.openxmlformats.org/officeDocument/2006/relationships" id="275" r:id="R70c9001ae9fc4d85"/>
    <p:sldId xmlns:r="http://schemas.openxmlformats.org/officeDocument/2006/relationships" id="276" r:id="R3593324e7b5a4005"/>
    <p:sldId xmlns:r="http://schemas.openxmlformats.org/officeDocument/2006/relationships" id="277" r:id="R0ccdf30f7a98416e"/>
    <p:sldId xmlns:r="http://schemas.openxmlformats.org/officeDocument/2006/relationships" id="278" r:id="R3a4721e2e03c4abc"/>
    <p:sldId xmlns:r="http://schemas.openxmlformats.org/officeDocument/2006/relationships" id="279" r:id="R64619b5a47104a29"/>
    <p:sldId xmlns:r="http://schemas.openxmlformats.org/officeDocument/2006/relationships" id="280" r:id="Rbd4757d7b7b84a8f"/>
    <p:sldId xmlns:r="http://schemas.openxmlformats.org/officeDocument/2006/relationships" id="281" r:id="R280e2b26cd6c4979"/>
    <p:sldId xmlns:r="http://schemas.openxmlformats.org/officeDocument/2006/relationships" id="282" r:id="R2e117b2ae0fe4c27"/>
    <p:sldId xmlns:r="http://schemas.openxmlformats.org/officeDocument/2006/relationships" id="283" r:id="R7e9a8197c350414d"/>
    <p:sldId xmlns:r="http://schemas.openxmlformats.org/officeDocument/2006/relationships" id="284" r:id="R33bf170d1c1b4bc2"/>
    <p:sldId xmlns:r="http://schemas.openxmlformats.org/officeDocument/2006/relationships" id="285" r:id="R581aee702d224aec"/>
    <p:sldId xmlns:r="http://schemas.openxmlformats.org/officeDocument/2006/relationships" id="286" r:id="R9698940dfb344929"/>
    <p:sldId xmlns:r="http://schemas.openxmlformats.org/officeDocument/2006/relationships" id="287" r:id="R42e8b894e1274131"/>
    <p:sldId xmlns:r="http://schemas.openxmlformats.org/officeDocument/2006/relationships" id="288" r:id="R76864a6beeff41e5"/>
    <p:sldId xmlns:r="http://schemas.openxmlformats.org/officeDocument/2006/relationships" id="289" r:id="Rc693534436684a38"/>
    <p:sldId xmlns:r="http://schemas.openxmlformats.org/officeDocument/2006/relationships" id="290" r:id="Rde463e535d0041b9"/>
    <p:sldId xmlns:r="http://schemas.openxmlformats.org/officeDocument/2006/relationships" id="291" r:id="Rf6c6b5144eb04f6b"/>
    <p:sldId xmlns:r="http://schemas.openxmlformats.org/officeDocument/2006/relationships" id="292" r:id="R1c8c0d00be484b02"/>
    <p:sldId xmlns:r="http://schemas.openxmlformats.org/officeDocument/2006/relationships" id="293" r:id="R74d5876455fe4adb"/>
    <p:sldId xmlns:r="http://schemas.openxmlformats.org/officeDocument/2006/relationships" id="294" r:id="Rce691780630f4e60"/>
    <p:sldId xmlns:r="http://schemas.openxmlformats.org/officeDocument/2006/relationships" id="295" r:id="Ra4dc3890bedf45ec"/>
    <p:sldId xmlns:r="http://schemas.openxmlformats.org/officeDocument/2006/relationships" id="296" r:id="Rab42e57877c94879"/>
    <p:sldId xmlns:r="http://schemas.openxmlformats.org/officeDocument/2006/relationships" id="297" r:id="Rf0910ca893f04739"/>
    <p:sldId xmlns:r="http://schemas.openxmlformats.org/officeDocument/2006/relationships" id="298" r:id="Rdc5621cd68024985"/>
    <p:sldId xmlns:r="http://schemas.openxmlformats.org/officeDocument/2006/relationships" id="299" r:id="R2a71245068cd499f"/>
    <p:sldId xmlns:r="http://schemas.openxmlformats.org/officeDocument/2006/relationships" id="300" r:id="R4afab023d4a14af0"/>
    <p:sldId xmlns:r="http://schemas.openxmlformats.org/officeDocument/2006/relationships" id="301" r:id="R054472b089874c89"/>
    <p:sldId xmlns:r="http://schemas.openxmlformats.org/officeDocument/2006/relationships" id="302" r:id="R0428270de4af42a5"/>
    <p:sldId xmlns:r="http://schemas.openxmlformats.org/officeDocument/2006/relationships" id="303" r:id="R491712855a544475"/>
    <p:sldId xmlns:r="http://schemas.openxmlformats.org/officeDocument/2006/relationships" id="304" r:id="R90fffe73f7614c63"/>
    <p:sldId xmlns:r="http://schemas.openxmlformats.org/officeDocument/2006/relationships" id="305" r:id="R7826e0ae41d84d0c"/>
    <p:sldId xmlns:r="http://schemas.openxmlformats.org/officeDocument/2006/relationships" id="306" r:id="Rc7eb4b09f3e6405a"/>
    <p:sldId xmlns:r="http://schemas.openxmlformats.org/officeDocument/2006/relationships" id="307" r:id="Rc9f5a7865ea94a15"/>
    <p:sldId xmlns:r="http://schemas.openxmlformats.org/officeDocument/2006/relationships" id="308" r:id="R2d5ec65212d64d5f"/>
    <p:sldId xmlns:r="http://schemas.openxmlformats.org/officeDocument/2006/relationships" id="309" r:id="Rfacec637e1da47f8"/>
    <p:sldId xmlns:r="http://schemas.openxmlformats.org/officeDocument/2006/relationships" id="310" r:id="Rfc65421c02ce45d9"/>
    <p:sldId xmlns:r="http://schemas.openxmlformats.org/officeDocument/2006/relationships" id="311" r:id="R9503c7ed31d746cc"/>
    <p:sldId xmlns:r="http://schemas.openxmlformats.org/officeDocument/2006/relationships" id="312" r:id="R49195153b85b4c2d"/>
    <p:sldId xmlns:r="http://schemas.openxmlformats.org/officeDocument/2006/relationships" id="313" r:id="Racfc27ddf1a5417c"/>
    <p:sldId xmlns:r="http://schemas.openxmlformats.org/officeDocument/2006/relationships" id="314" r:id="Re283b9d69609403d"/>
    <p:sldId xmlns:r="http://schemas.openxmlformats.org/officeDocument/2006/relationships" id="315" r:id="Rb9af24ee955a44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64a226e5cf4066" /><Relationship Type="http://schemas.openxmlformats.org/officeDocument/2006/relationships/slideMaster" Target="/ppt/slideMasters/slideMaster1.xml" Id="Rd5029ae6e50e4150" /><Relationship Type="http://schemas.openxmlformats.org/officeDocument/2006/relationships/notesMaster" Target="/ppt/notesMasters/notesMaster1.xml" Id="R97f4c96cbcb14a2e" /><Relationship Type="http://schemas.openxmlformats.org/officeDocument/2006/relationships/presProps" Target="/ppt/presProps.xml" Id="Rc11efa2a3e354b8d" /><Relationship Type="http://schemas.openxmlformats.org/officeDocument/2006/relationships/tableStyles" Target="/ppt/tableStyles.xml" Id="R12911af039d345e5" /><Relationship Type="http://schemas.openxmlformats.org/officeDocument/2006/relationships/slide" Target="/ppt/slides/slide1.xml" Id="R7ae6c5f5200e4be8" /><Relationship Type="http://schemas.openxmlformats.org/officeDocument/2006/relationships/slide" Target="/ppt/slides/slide2.xml" Id="R2a875e61afd34f92" /><Relationship Type="http://schemas.openxmlformats.org/officeDocument/2006/relationships/slide" Target="/ppt/slides/slide3.xml" Id="Re7050f3cab214bac" /><Relationship Type="http://schemas.openxmlformats.org/officeDocument/2006/relationships/slide" Target="/ppt/slides/slide4.xml" Id="R63260e4ff1094f19" /><Relationship Type="http://schemas.openxmlformats.org/officeDocument/2006/relationships/slide" Target="/ppt/slides/slide5.xml" Id="R7481e760cc4f4368" /><Relationship Type="http://schemas.openxmlformats.org/officeDocument/2006/relationships/slide" Target="/ppt/slides/slide6.xml" Id="Rbb18eadf0ddc4ea0" /><Relationship Type="http://schemas.openxmlformats.org/officeDocument/2006/relationships/slide" Target="/ppt/slides/slide7.xml" Id="Re4bdb28713c94818" /><Relationship Type="http://schemas.openxmlformats.org/officeDocument/2006/relationships/slide" Target="/ppt/slides/slide8.xml" Id="Rc1ad1c5b1a994547" /><Relationship Type="http://schemas.openxmlformats.org/officeDocument/2006/relationships/slide" Target="/ppt/slides/slide9.xml" Id="Rf1b327cdfbe14bee" /><Relationship Type="http://schemas.openxmlformats.org/officeDocument/2006/relationships/slide" Target="/ppt/slides/slide10.xml" Id="Rb1df2c534a23496c" /><Relationship Type="http://schemas.openxmlformats.org/officeDocument/2006/relationships/slide" Target="/ppt/slides/slide11.xml" Id="R795c635080a94d47" /><Relationship Type="http://schemas.openxmlformats.org/officeDocument/2006/relationships/slide" Target="/ppt/slides/slide12.xml" Id="R14238cb905ac43a0" /><Relationship Type="http://schemas.openxmlformats.org/officeDocument/2006/relationships/slide" Target="/ppt/slides/slide13.xml" Id="R8c153ef3d07d4c93" /><Relationship Type="http://schemas.openxmlformats.org/officeDocument/2006/relationships/slide" Target="/ppt/slides/slide14.xml" Id="R8d26237da3b44860" /><Relationship Type="http://schemas.openxmlformats.org/officeDocument/2006/relationships/slide" Target="/ppt/slides/slide15.xml" Id="R4684f94802224f3d" /><Relationship Type="http://schemas.openxmlformats.org/officeDocument/2006/relationships/slide" Target="/ppt/slides/slide16.xml" Id="R109fc0d741e04d3d" /><Relationship Type="http://schemas.openxmlformats.org/officeDocument/2006/relationships/slide" Target="/ppt/slides/slide17.xml" Id="R72a3639bc13e4e17" /><Relationship Type="http://schemas.openxmlformats.org/officeDocument/2006/relationships/slide" Target="/ppt/slides/slide18.xml" Id="R675886a05b9842e9" /><Relationship Type="http://schemas.openxmlformats.org/officeDocument/2006/relationships/slide" Target="/ppt/slides/slide19.xml" Id="Rc21e1499a40849b6" /><Relationship Type="http://schemas.openxmlformats.org/officeDocument/2006/relationships/slide" Target="/ppt/slides/slide20.xml" Id="R70c9001ae9fc4d85" /><Relationship Type="http://schemas.openxmlformats.org/officeDocument/2006/relationships/slide" Target="/ppt/slides/slide21.xml" Id="R3593324e7b5a4005" /><Relationship Type="http://schemas.openxmlformats.org/officeDocument/2006/relationships/slide" Target="/ppt/slides/slide22.xml" Id="R0ccdf30f7a98416e" /><Relationship Type="http://schemas.openxmlformats.org/officeDocument/2006/relationships/slide" Target="/ppt/slides/slide23.xml" Id="R3a4721e2e03c4abc" /><Relationship Type="http://schemas.openxmlformats.org/officeDocument/2006/relationships/slide" Target="/ppt/slides/slide24.xml" Id="R64619b5a47104a29" /><Relationship Type="http://schemas.openxmlformats.org/officeDocument/2006/relationships/slide" Target="/ppt/slides/slide25.xml" Id="Rbd4757d7b7b84a8f" /><Relationship Type="http://schemas.openxmlformats.org/officeDocument/2006/relationships/slide" Target="/ppt/slides/slide26.xml" Id="R280e2b26cd6c4979" /><Relationship Type="http://schemas.openxmlformats.org/officeDocument/2006/relationships/slide" Target="/ppt/slides/slide27.xml" Id="R2e117b2ae0fe4c27" /><Relationship Type="http://schemas.openxmlformats.org/officeDocument/2006/relationships/slide" Target="/ppt/slides/slide28.xml" Id="R7e9a8197c350414d" /><Relationship Type="http://schemas.openxmlformats.org/officeDocument/2006/relationships/slide" Target="/ppt/slides/slide29.xml" Id="R33bf170d1c1b4bc2" /><Relationship Type="http://schemas.openxmlformats.org/officeDocument/2006/relationships/slide" Target="/ppt/slides/slide30.xml" Id="R581aee702d224aec" /><Relationship Type="http://schemas.openxmlformats.org/officeDocument/2006/relationships/slide" Target="/ppt/slides/slide31.xml" Id="R9698940dfb344929" /><Relationship Type="http://schemas.openxmlformats.org/officeDocument/2006/relationships/slide" Target="/ppt/slides/slide32.xml" Id="R42e8b894e1274131" /><Relationship Type="http://schemas.openxmlformats.org/officeDocument/2006/relationships/slide" Target="/ppt/slides/slide33.xml" Id="R76864a6beeff41e5" /><Relationship Type="http://schemas.openxmlformats.org/officeDocument/2006/relationships/slide" Target="/ppt/slides/slide34.xml" Id="Rc693534436684a38" /><Relationship Type="http://schemas.openxmlformats.org/officeDocument/2006/relationships/slide" Target="/ppt/slides/slide35.xml" Id="Rde463e535d0041b9" /><Relationship Type="http://schemas.openxmlformats.org/officeDocument/2006/relationships/slide" Target="/ppt/slides/slide36.xml" Id="Rf6c6b5144eb04f6b" /><Relationship Type="http://schemas.openxmlformats.org/officeDocument/2006/relationships/slide" Target="/ppt/slides/slide37.xml" Id="R1c8c0d00be484b02" /><Relationship Type="http://schemas.openxmlformats.org/officeDocument/2006/relationships/slide" Target="/ppt/slides/slide38.xml" Id="R74d5876455fe4adb" /><Relationship Type="http://schemas.openxmlformats.org/officeDocument/2006/relationships/slide" Target="/ppt/slides/slide39.xml" Id="Rce691780630f4e60" /><Relationship Type="http://schemas.openxmlformats.org/officeDocument/2006/relationships/slide" Target="/ppt/slides/slide40.xml" Id="Ra4dc3890bedf45ec" /><Relationship Type="http://schemas.openxmlformats.org/officeDocument/2006/relationships/slide" Target="/ppt/slides/slide41.xml" Id="Rab42e57877c94879" /><Relationship Type="http://schemas.openxmlformats.org/officeDocument/2006/relationships/slide" Target="/ppt/slides/slide42.xml" Id="Rf0910ca893f04739" /><Relationship Type="http://schemas.openxmlformats.org/officeDocument/2006/relationships/slide" Target="/ppt/slides/slide43.xml" Id="Rdc5621cd68024985" /><Relationship Type="http://schemas.openxmlformats.org/officeDocument/2006/relationships/slide" Target="/ppt/slides/slide44.xml" Id="R2a71245068cd499f" /><Relationship Type="http://schemas.openxmlformats.org/officeDocument/2006/relationships/slide" Target="/ppt/slides/slide45.xml" Id="R4afab023d4a14af0" /><Relationship Type="http://schemas.openxmlformats.org/officeDocument/2006/relationships/slide" Target="/ppt/slides/slide46.xml" Id="R054472b089874c89" /><Relationship Type="http://schemas.openxmlformats.org/officeDocument/2006/relationships/slide" Target="/ppt/slides/slide47.xml" Id="R0428270de4af42a5" /><Relationship Type="http://schemas.openxmlformats.org/officeDocument/2006/relationships/slide" Target="/ppt/slides/slide48.xml" Id="R491712855a544475" /><Relationship Type="http://schemas.openxmlformats.org/officeDocument/2006/relationships/slide" Target="/ppt/slides/slide49.xml" Id="R90fffe73f7614c63" /><Relationship Type="http://schemas.openxmlformats.org/officeDocument/2006/relationships/slide" Target="/ppt/slides/slide50.xml" Id="R7826e0ae41d84d0c" /><Relationship Type="http://schemas.openxmlformats.org/officeDocument/2006/relationships/slide" Target="/ppt/slides/slide51.xml" Id="Rc7eb4b09f3e6405a" /><Relationship Type="http://schemas.openxmlformats.org/officeDocument/2006/relationships/slide" Target="/ppt/slides/slide52.xml" Id="Rc9f5a7865ea94a15" /><Relationship Type="http://schemas.openxmlformats.org/officeDocument/2006/relationships/slide" Target="/ppt/slides/slide53.xml" Id="R2d5ec65212d64d5f" /><Relationship Type="http://schemas.openxmlformats.org/officeDocument/2006/relationships/slide" Target="/ppt/slides/slide54.xml" Id="Rfacec637e1da47f8" /><Relationship Type="http://schemas.openxmlformats.org/officeDocument/2006/relationships/slide" Target="/ppt/slides/slide55.xml" Id="Rfc65421c02ce45d9" /><Relationship Type="http://schemas.openxmlformats.org/officeDocument/2006/relationships/slide" Target="/ppt/slides/slide56.xml" Id="R9503c7ed31d746cc" /><Relationship Type="http://schemas.openxmlformats.org/officeDocument/2006/relationships/slide" Target="/ppt/slides/slide57.xml" Id="R49195153b85b4c2d" /><Relationship Type="http://schemas.openxmlformats.org/officeDocument/2006/relationships/slide" Target="/ppt/slides/slide58.xml" Id="Racfc27ddf1a5417c" /><Relationship Type="http://schemas.openxmlformats.org/officeDocument/2006/relationships/slide" Target="/ppt/slides/slide59.xml" Id="Re283b9d69609403d" /><Relationship Type="http://schemas.openxmlformats.org/officeDocument/2006/relationships/slide" Target="/ppt/slides/slide60.xml" Id="Rb9af24ee955a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48b93882b4f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0fd4f25bfe4ed2" /><Relationship Type="http://schemas.openxmlformats.org/officeDocument/2006/relationships/notesMaster" Target="/ppt/notesMasters/notesMaster1.xml" Id="R8327e8b538ac4e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9a5f8c714c42b3" /><Relationship Type="http://schemas.openxmlformats.org/officeDocument/2006/relationships/notesMaster" Target="/ppt/notesMasters/notesMaster1.xml" Id="R76a72ef5709e49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b91bd2379e4792" /><Relationship Type="http://schemas.openxmlformats.org/officeDocument/2006/relationships/notesMaster" Target="/ppt/notesMasters/notesMaster1.xml" Id="Rd82eae5e928647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9483527c214cfc" /><Relationship Type="http://schemas.openxmlformats.org/officeDocument/2006/relationships/notesMaster" Target="/ppt/notesMasters/notesMaster1.xml" Id="R41658fffa9b547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e0eee76f7e4fb7" /><Relationship Type="http://schemas.openxmlformats.org/officeDocument/2006/relationships/notesMaster" Target="/ppt/notesMasters/notesMaster1.xml" Id="R71265a60019b4c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dc6394b6dd4151" /><Relationship Type="http://schemas.openxmlformats.org/officeDocument/2006/relationships/notesMaster" Target="/ppt/notesMasters/notesMaster1.xml" Id="R5de7fdc1e5bf4d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972da8772744c7" /><Relationship Type="http://schemas.openxmlformats.org/officeDocument/2006/relationships/notesMaster" Target="/ppt/notesMasters/notesMaster1.xml" Id="Re910feb714fc42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545a247b7e449f" /><Relationship Type="http://schemas.openxmlformats.org/officeDocument/2006/relationships/notesMaster" Target="/ppt/notesMasters/notesMaster1.xml" Id="Reef88e7e25e843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45259002ce45b4" /><Relationship Type="http://schemas.openxmlformats.org/officeDocument/2006/relationships/notesMaster" Target="/ppt/notesMasters/notesMaster1.xml" Id="R64ec3a7a29af4d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b534903bc64e84" /><Relationship Type="http://schemas.openxmlformats.org/officeDocument/2006/relationships/notesMaster" Target="/ppt/notesMasters/notesMaster1.xml" Id="Reccec3ac6b5a44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7ebd3ff36d4a0c" /><Relationship Type="http://schemas.openxmlformats.org/officeDocument/2006/relationships/notesMaster" Target="/ppt/notesMasters/notesMaster1.xml" Id="R93420ac0c82d4e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5588ef66ec4a4f" /><Relationship Type="http://schemas.openxmlformats.org/officeDocument/2006/relationships/notesMaster" Target="/ppt/notesMasters/notesMaster1.xml" Id="R879c6a792dda4e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9ffcac51784cd2" /><Relationship Type="http://schemas.openxmlformats.org/officeDocument/2006/relationships/notesMaster" Target="/ppt/notesMasters/notesMaster1.xml" Id="Rc90c04ac009448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6cd181b78242b5" /><Relationship Type="http://schemas.openxmlformats.org/officeDocument/2006/relationships/notesMaster" Target="/ppt/notesMasters/notesMaster1.xml" Id="R10c0368d9bb740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7e74f6502543c5" /><Relationship Type="http://schemas.openxmlformats.org/officeDocument/2006/relationships/notesMaster" Target="/ppt/notesMasters/notesMaster1.xml" Id="R9266e1b8f3da49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c242b5f6254585" /><Relationship Type="http://schemas.openxmlformats.org/officeDocument/2006/relationships/notesMaster" Target="/ppt/notesMasters/notesMaster1.xml" Id="R7b066fa5e1904f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dc7d3c4d67483f" /><Relationship Type="http://schemas.openxmlformats.org/officeDocument/2006/relationships/notesMaster" Target="/ppt/notesMasters/notesMaster1.xml" Id="R7b7d80b249e949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6f778fa2fd4d94" /><Relationship Type="http://schemas.openxmlformats.org/officeDocument/2006/relationships/notesMaster" Target="/ppt/notesMasters/notesMaster1.xml" Id="R3020b87fc0934c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b738ce2cf847fc" /><Relationship Type="http://schemas.openxmlformats.org/officeDocument/2006/relationships/notesMaster" Target="/ppt/notesMasters/notesMaster1.xml" Id="R6235f5cfa99747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35ea65988ae486a" /><Relationship Type="http://schemas.openxmlformats.org/officeDocument/2006/relationships/notesMaster" Target="/ppt/notesMasters/notesMaster1.xml" Id="R2ede6d7fe8e946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24ebb914c74851" /><Relationship Type="http://schemas.openxmlformats.org/officeDocument/2006/relationships/notesMaster" Target="/ppt/notesMasters/notesMaster1.xml" Id="R0ec74d76f8b249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1a8329530264a70" /><Relationship Type="http://schemas.openxmlformats.org/officeDocument/2006/relationships/notesMaster" Target="/ppt/notesMasters/notesMaster1.xml" Id="Rb4824dd2827a4ce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0922b27d084090" /><Relationship Type="http://schemas.openxmlformats.org/officeDocument/2006/relationships/notesMaster" Target="/ppt/notesMasters/notesMaster1.xml" Id="Rb6bf0497d58c412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4715d11e7154a84" /><Relationship Type="http://schemas.openxmlformats.org/officeDocument/2006/relationships/notesMaster" Target="/ppt/notesMasters/notesMaster1.xml" Id="R9b08e1522ce140f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93edd68bb3d456e" /><Relationship Type="http://schemas.openxmlformats.org/officeDocument/2006/relationships/notesMaster" Target="/ppt/notesMasters/notesMaster1.xml" Id="Rd77368f432dc40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14e48bee744106" /><Relationship Type="http://schemas.openxmlformats.org/officeDocument/2006/relationships/notesMaster" Target="/ppt/notesMasters/notesMaster1.xml" Id="Re8f1b374b2fb40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9bc73c217b244d5" /><Relationship Type="http://schemas.openxmlformats.org/officeDocument/2006/relationships/notesMaster" Target="/ppt/notesMasters/notesMaster1.xml" Id="Ra725f0c985084a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6e50e1e0bfd4a10" /><Relationship Type="http://schemas.openxmlformats.org/officeDocument/2006/relationships/notesMaster" Target="/ppt/notesMasters/notesMaster1.xml" Id="Re073e714f1fb44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8a47b3943b74c19" /><Relationship Type="http://schemas.openxmlformats.org/officeDocument/2006/relationships/notesMaster" Target="/ppt/notesMasters/notesMaster1.xml" Id="Rcdb47e78dd8646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b73cf24e5784c14" /><Relationship Type="http://schemas.openxmlformats.org/officeDocument/2006/relationships/notesMaster" Target="/ppt/notesMasters/notesMaster1.xml" Id="Rb8de20d671aa4da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f8a079ad76e49b5" /><Relationship Type="http://schemas.openxmlformats.org/officeDocument/2006/relationships/notesMaster" Target="/ppt/notesMasters/notesMaster1.xml" Id="R7a7d9a807e6b48a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cf258f692784e92" /><Relationship Type="http://schemas.openxmlformats.org/officeDocument/2006/relationships/notesMaster" Target="/ppt/notesMasters/notesMaster1.xml" Id="Re8d167cbb05d4bc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436da3dfa345dc" /><Relationship Type="http://schemas.openxmlformats.org/officeDocument/2006/relationships/notesMaster" Target="/ppt/notesMasters/notesMaster1.xml" Id="R3f1ca26689764c2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e290fcb97f4314" /><Relationship Type="http://schemas.openxmlformats.org/officeDocument/2006/relationships/notesMaster" Target="/ppt/notesMasters/notesMaster1.xml" Id="Rf7ba217a1e6d46c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cedb65cf3bf4cfe" /><Relationship Type="http://schemas.openxmlformats.org/officeDocument/2006/relationships/notesMaster" Target="/ppt/notesMasters/notesMaster1.xml" Id="R79e100ab4a0c436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8bdf150a27641cd" /><Relationship Type="http://schemas.openxmlformats.org/officeDocument/2006/relationships/notesMaster" Target="/ppt/notesMasters/notesMaster1.xml" Id="Rd6693105c03f402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719faf0b1db4eb8" /><Relationship Type="http://schemas.openxmlformats.org/officeDocument/2006/relationships/notesMaster" Target="/ppt/notesMasters/notesMaster1.xml" Id="Rac5b5a7a7c58444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54e82c71c884c4f" /><Relationship Type="http://schemas.openxmlformats.org/officeDocument/2006/relationships/notesMaster" Target="/ppt/notesMasters/notesMaster1.xml" Id="R491e0b34ea1e44e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34e5711f39f456e" /><Relationship Type="http://schemas.openxmlformats.org/officeDocument/2006/relationships/notesMaster" Target="/ppt/notesMasters/notesMaster1.xml" Id="Rc20630aa9f1648b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deef8d6492e410f" /><Relationship Type="http://schemas.openxmlformats.org/officeDocument/2006/relationships/notesMaster" Target="/ppt/notesMasters/notesMaster1.xml" Id="Rbc8b481159bb437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376ef1b5a71458f" /><Relationship Type="http://schemas.openxmlformats.org/officeDocument/2006/relationships/notesMaster" Target="/ppt/notesMasters/notesMaster1.xml" Id="R7392fc5426c546a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0a3751a580c400b" /><Relationship Type="http://schemas.openxmlformats.org/officeDocument/2006/relationships/notesMaster" Target="/ppt/notesMasters/notesMaster1.xml" Id="R2843a7dd025e468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e600baceda04e77" /><Relationship Type="http://schemas.openxmlformats.org/officeDocument/2006/relationships/notesMaster" Target="/ppt/notesMasters/notesMaster1.xml" Id="R84f5db59fd1141a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67d209ae3814fba" /><Relationship Type="http://schemas.openxmlformats.org/officeDocument/2006/relationships/notesMaster" Target="/ppt/notesMasters/notesMaster1.xml" Id="R1e853d83728f49f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64bf29a60894fc9" /><Relationship Type="http://schemas.openxmlformats.org/officeDocument/2006/relationships/notesMaster" Target="/ppt/notesMasters/notesMaster1.xml" Id="Re1c78a800f9d436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31bc4ab3fd84671" /><Relationship Type="http://schemas.openxmlformats.org/officeDocument/2006/relationships/notesMaster" Target="/ppt/notesMasters/notesMaster1.xml" Id="R3220aaadf07b4d7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a680dd0191e4c48" /><Relationship Type="http://schemas.openxmlformats.org/officeDocument/2006/relationships/notesMaster" Target="/ppt/notesMasters/notesMaster1.xml" Id="R30aa2a2824154f3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693c4ed9b0e4a5f" /><Relationship Type="http://schemas.openxmlformats.org/officeDocument/2006/relationships/notesMaster" Target="/ppt/notesMasters/notesMaster1.xml" Id="Rbe9222faffab4a4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1b6261ccdca4374" /><Relationship Type="http://schemas.openxmlformats.org/officeDocument/2006/relationships/notesMaster" Target="/ppt/notesMasters/notesMaster1.xml" Id="Re9d58d4d3a654fb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e2dd9f72b214d2c" /><Relationship Type="http://schemas.openxmlformats.org/officeDocument/2006/relationships/notesMaster" Target="/ppt/notesMasters/notesMaster1.xml" Id="R5ca4f2a33a6940b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35d9c5758524291" /><Relationship Type="http://schemas.openxmlformats.org/officeDocument/2006/relationships/notesMaster" Target="/ppt/notesMasters/notesMaster1.xml" Id="R3fc18c74e56e46b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0f592f48edc463a" /><Relationship Type="http://schemas.openxmlformats.org/officeDocument/2006/relationships/notesMaster" Target="/ppt/notesMasters/notesMaster1.xml" Id="R9cfab700b8074ea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e15e1f7657a46f0" /><Relationship Type="http://schemas.openxmlformats.org/officeDocument/2006/relationships/notesMaster" Target="/ppt/notesMasters/notesMaster1.xml" Id="R898ab04e175248b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07f8ad8f8c8449c" /><Relationship Type="http://schemas.openxmlformats.org/officeDocument/2006/relationships/notesMaster" Target="/ppt/notesMasters/notesMaster1.xml" Id="R9deb1d480b3e40e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2ee2f76382f4d43" /><Relationship Type="http://schemas.openxmlformats.org/officeDocument/2006/relationships/notesMaster" Target="/ppt/notesMasters/notesMaster1.xml" Id="Rfa45c4bbf73347a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0ee35dc081f4a77" /><Relationship Type="http://schemas.openxmlformats.org/officeDocument/2006/relationships/notesMaster" Target="/ppt/notesMasters/notesMaster1.xml" Id="Rd3c68ef6b7b44ab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43b8acf929b45a0" /><Relationship Type="http://schemas.openxmlformats.org/officeDocument/2006/relationships/notesMaster" Target="/ppt/notesMasters/notesMaster1.xml" Id="Rf953e710856b49b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f5b0f0113bd42bf" /><Relationship Type="http://schemas.openxmlformats.org/officeDocument/2006/relationships/notesMaster" Target="/ppt/notesMasters/notesMaster1.xml" Id="R55c2d14b0b924ff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fa19844c06144621" /><Relationship Type="http://schemas.openxmlformats.org/officeDocument/2006/relationships/notesMaster" Target="/ppt/notesMasters/notesMaster1.xml" Id="R6107b499b73145b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04dbeb152f84448" /><Relationship Type="http://schemas.openxmlformats.org/officeDocument/2006/relationships/notesMaster" Target="/ppt/notesMasters/notesMaster1.xml" Id="R18b5afb887b542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82d89a607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949fb9a41d4eb7" /><Relationship Type="http://schemas.openxmlformats.org/officeDocument/2006/relationships/slideLayout" Target="/ppt/slideLayouts/slideLayout1.xml" Id="R2ab4b8d7134e4a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b4b8d7134e4a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a78b7fa124905" /><Relationship Type="http://schemas.openxmlformats.org/officeDocument/2006/relationships/notesSlide" Target="/ppt/notesSlides/notesSlide1.xml" Id="R20ab5be1e96f49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0789cdd164ccb" /><Relationship Type="http://schemas.openxmlformats.org/officeDocument/2006/relationships/notesSlide" Target="/ppt/notesSlides/notesSlide2.xml" Id="Rc55ea36f18df45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5609200ac42b5" /><Relationship Type="http://schemas.openxmlformats.org/officeDocument/2006/relationships/image" Target="/ppt/media/image.png" Id="R9b03267e462044fb" /><Relationship Type="http://schemas.openxmlformats.org/officeDocument/2006/relationships/notesSlide" Target="/ppt/notesSlides/notesSlide3.xml" Id="R33f3c79461cc4b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28a68c3504103" /><Relationship Type="http://schemas.openxmlformats.org/officeDocument/2006/relationships/image" Target="/ppt/media/image2.png" Id="R24a0ae136add4a51" /><Relationship Type="http://schemas.openxmlformats.org/officeDocument/2006/relationships/notesSlide" Target="/ppt/notesSlides/notesSlide4.xml" Id="Ra44f124b58204a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ddf2dfa674a38" /><Relationship Type="http://schemas.openxmlformats.org/officeDocument/2006/relationships/notesSlide" Target="/ppt/notesSlides/notesSlide5.xml" Id="Rf465db8a3bb849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0b0ebb15646d6" /><Relationship Type="http://schemas.openxmlformats.org/officeDocument/2006/relationships/image" Target="/ppt/media/image3.png" Id="R866d23b7ac86411c" /><Relationship Type="http://schemas.openxmlformats.org/officeDocument/2006/relationships/notesSlide" Target="/ppt/notesSlides/notesSlide6.xml" Id="R72ec9f3258694c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cd806a1db41af" /><Relationship Type="http://schemas.openxmlformats.org/officeDocument/2006/relationships/notesSlide" Target="/ppt/notesSlides/notesSlide7.xml" Id="Re26b00baf0f24b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9be328f174598" /><Relationship Type="http://schemas.openxmlformats.org/officeDocument/2006/relationships/image" Target="/ppt/media/image4.png" Id="Rcb379a6c7c894925" /><Relationship Type="http://schemas.openxmlformats.org/officeDocument/2006/relationships/notesSlide" Target="/ppt/notesSlides/notesSlide8.xml" Id="R074566c09b954d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a08a2df5349b5" /><Relationship Type="http://schemas.openxmlformats.org/officeDocument/2006/relationships/notesSlide" Target="/ppt/notesSlides/notesSlide9.xml" Id="R07af6c0c18e24a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f82aa8c52423d" /><Relationship Type="http://schemas.openxmlformats.org/officeDocument/2006/relationships/notesSlide" Target="/ppt/notesSlides/notesSlide10.xml" Id="R218c3ad6e6114b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650d34972403f" /><Relationship Type="http://schemas.openxmlformats.org/officeDocument/2006/relationships/notesSlide" Target="/ppt/notesSlides/notesSlide11.xml" Id="R2698f4ba67d845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58dcc9bd74961" /><Relationship Type="http://schemas.openxmlformats.org/officeDocument/2006/relationships/notesSlide" Target="/ppt/notesSlides/notesSlide12.xml" Id="R68901d3df42741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cff3265a345b1" /><Relationship Type="http://schemas.openxmlformats.org/officeDocument/2006/relationships/image" Target="/ppt/media/image5.png" Id="R42e865c8bcfa4df5" /><Relationship Type="http://schemas.openxmlformats.org/officeDocument/2006/relationships/notesSlide" Target="/ppt/notesSlides/notesSlide13.xml" Id="R5b14ade8433947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a79ab12414fe8" /><Relationship Type="http://schemas.openxmlformats.org/officeDocument/2006/relationships/image" Target="/ppt/media/image6.png" Id="Re94de8c7b7034fc2" /><Relationship Type="http://schemas.openxmlformats.org/officeDocument/2006/relationships/notesSlide" Target="/ppt/notesSlides/notesSlide14.xml" Id="R9a4a62e9121c4a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27a3b435f45e5" /><Relationship Type="http://schemas.openxmlformats.org/officeDocument/2006/relationships/image" Target="/ppt/media/image7.png" Id="R8cb3366e59814f10" /><Relationship Type="http://schemas.openxmlformats.org/officeDocument/2006/relationships/notesSlide" Target="/ppt/notesSlides/notesSlide15.xml" Id="R0e14186ca0f448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7f04891af49a2" /><Relationship Type="http://schemas.openxmlformats.org/officeDocument/2006/relationships/notesSlide" Target="/ppt/notesSlides/notesSlide16.xml" Id="Rf67e8fd9cd6d4c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c81f8e5c24a64" /><Relationship Type="http://schemas.openxmlformats.org/officeDocument/2006/relationships/image" Target="/ppt/media/image8.png" Id="R5c5cdd67fc31440f" /><Relationship Type="http://schemas.openxmlformats.org/officeDocument/2006/relationships/notesSlide" Target="/ppt/notesSlides/notesSlide17.xml" Id="Rd81bed2973dd4d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3b238591943c5" /><Relationship Type="http://schemas.openxmlformats.org/officeDocument/2006/relationships/notesSlide" Target="/ppt/notesSlides/notesSlide18.xml" Id="R7a2fd80f558e4b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ecc427292431d" /><Relationship Type="http://schemas.openxmlformats.org/officeDocument/2006/relationships/notesSlide" Target="/ppt/notesSlides/notesSlide19.xml" Id="R5f2b16354e984f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7deb6f902439c" /><Relationship Type="http://schemas.openxmlformats.org/officeDocument/2006/relationships/notesSlide" Target="/ppt/notesSlides/notesSlide20.xml" Id="R465b0b82dec242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fd4601e234c52" /><Relationship Type="http://schemas.openxmlformats.org/officeDocument/2006/relationships/notesSlide" Target="/ppt/notesSlides/notesSlide21.xml" Id="R798e947fdad741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c6d7e08ed4346" /><Relationship Type="http://schemas.openxmlformats.org/officeDocument/2006/relationships/notesSlide" Target="/ppt/notesSlides/notesSlide22.xml" Id="Rcc4996b99ddf403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76a601e954a2d" /><Relationship Type="http://schemas.openxmlformats.org/officeDocument/2006/relationships/image" Target="/ppt/media/image9.png" Id="R278bc8afdf964888" /><Relationship Type="http://schemas.openxmlformats.org/officeDocument/2006/relationships/notesSlide" Target="/ppt/notesSlides/notesSlide23.xml" Id="Rc3db723a46ea44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7858cb1b041d8" /><Relationship Type="http://schemas.openxmlformats.org/officeDocument/2006/relationships/image" Target="/ppt/media/image10.png" Id="R2c2a6a4d31c14fee" /><Relationship Type="http://schemas.openxmlformats.org/officeDocument/2006/relationships/notesSlide" Target="/ppt/notesSlides/notesSlide24.xml" Id="Re5b508a407de4c9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72258b3ab4735" /><Relationship Type="http://schemas.openxmlformats.org/officeDocument/2006/relationships/notesSlide" Target="/ppt/notesSlides/notesSlide25.xml" Id="R8f5184ef885542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ceaf3dd714210" /><Relationship Type="http://schemas.openxmlformats.org/officeDocument/2006/relationships/notesSlide" Target="/ppt/notesSlides/notesSlide26.xml" Id="R42beea816cc44b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1797123ad4a1e" /><Relationship Type="http://schemas.openxmlformats.org/officeDocument/2006/relationships/image" Target="/ppt/media/image11.png" Id="R4faf3283618f4c71" /><Relationship Type="http://schemas.openxmlformats.org/officeDocument/2006/relationships/notesSlide" Target="/ppt/notesSlides/notesSlide27.xml" Id="Rb7a72cb0d59042e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0037a3efc429d" /><Relationship Type="http://schemas.openxmlformats.org/officeDocument/2006/relationships/notesSlide" Target="/ppt/notesSlides/notesSlide28.xml" Id="R80ff7417fe744b2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54d4a15f944fa" /><Relationship Type="http://schemas.openxmlformats.org/officeDocument/2006/relationships/notesSlide" Target="/ppt/notesSlides/notesSlide29.xml" Id="R16d615c8144c49d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4941f57374808" /><Relationship Type="http://schemas.openxmlformats.org/officeDocument/2006/relationships/image" Target="/ppt/media/image12.png" Id="Rd1902c330f044a1b" /><Relationship Type="http://schemas.openxmlformats.org/officeDocument/2006/relationships/notesSlide" Target="/ppt/notesSlides/notesSlide30.xml" Id="R21c01f841b3540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d7c140e7e4107" /><Relationship Type="http://schemas.openxmlformats.org/officeDocument/2006/relationships/image" Target="/ppt/media/image13.png" Id="Rcb2f672ee7e24da6" /><Relationship Type="http://schemas.openxmlformats.org/officeDocument/2006/relationships/notesSlide" Target="/ppt/notesSlides/notesSlide31.xml" Id="Rc6290607564a4e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a60c70f5048fe" /><Relationship Type="http://schemas.openxmlformats.org/officeDocument/2006/relationships/image" Target="/ppt/media/image14.png" Id="R070dcf89a9db4c67" /><Relationship Type="http://schemas.openxmlformats.org/officeDocument/2006/relationships/notesSlide" Target="/ppt/notesSlides/notesSlide32.xml" Id="R180644ca340a4d2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2a47513e84c83" /><Relationship Type="http://schemas.openxmlformats.org/officeDocument/2006/relationships/notesSlide" Target="/ppt/notesSlides/notesSlide33.xml" Id="Rbf2c46ce2aba47b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83df2cac24024" /><Relationship Type="http://schemas.openxmlformats.org/officeDocument/2006/relationships/notesSlide" Target="/ppt/notesSlides/notesSlide34.xml" Id="Rc7a6443c83e0480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d91a36ec740e2" /><Relationship Type="http://schemas.openxmlformats.org/officeDocument/2006/relationships/image" Target="/ppt/media/image15.png" Id="R249e4d8443e0492d" /><Relationship Type="http://schemas.openxmlformats.org/officeDocument/2006/relationships/notesSlide" Target="/ppt/notesSlides/notesSlide35.xml" Id="R5a1e4f6847ae4ea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9381ce79f4278" /><Relationship Type="http://schemas.openxmlformats.org/officeDocument/2006/relationships/notesSlide" Target="/ppt/notesSlides/notesSlide36.xml" Id="R9d620d1b70a64fb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8db8f9ca54fa5" /><Relationship Type="http://schemas.openxmlformats.org/officeDocument/2006/relationships/notesSlide" Target="/ppt/notesSlides/notesSlide37.xml" Id="Rb8a5b1957771482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e8b8b85754295" /><Relationship Type="http://schemas.openxmlformats.org/officeDocument/2006/relationships/notesSlide" Target="/ppt/notesSlides/notesSlide38.xml" Id="Rcd008749c5f0415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820dc881a4fe5" /><Relationship Type="http://schemas.openxmlformats.org/officeDocument/2006/relationships/notesSlide" Target="/ppt/notesSlides/notesSlide39.xml" Id="R1305e7f8f6b0439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a3558ca374712" /><Relationship Type="http://schemas.openxmlformats.org/officeDocument/2006/relationships/notesSlide" Target="/ppt/notesSlides/notesSlide40.xml" Id="R41fe235206da4a1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cb1abe2344b4f" /><Relationship Type="http://schemas.openxmlformats.org/officeDocument/2006/relationships/notesSlide" Target="/ppt/notesSlides/notesSlide41.xml" Id="Rcec6c45e3433445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0f46097224960" /><Relationship Type="http://schemas.openxmlformats.org/officeDocument/2006/relationships/image" Target="/ppt/media/image16.png" Id="R6f4f2547626c4e58" /><Relationship Type="http://schemas.openxmlformats.org/officeDocument/2006/relationships/notesSlide" Target="/ppt/notesSlides/notesSlide42.xml" Id="R1cc602f75f27410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0ba7237b74499" /><Relationship Type="http://schemas.openxmlformats.org/officeDocument/2006/relationships/notesSlide" Target="/ppt/notesSlides/notesSlide43.xml" Id="R60ef29cfeb404e4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881a87df347ef" /><Relationship Type="http://schemas.openxmlformats.org/officeDocument/2006/relationships/image" Target="/ppt/media/image17.png" Id="R060323d3e9134f19" /><Relationship Type="http://schemas.openxmlformats.org/officeDocument/2006/relationships/notesSlide" Target="/ppt/notesSlides/notesSlide44.xml" Id="R328b9d12839d47b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ea1203b124e40" /><Relationship Type="http://schemas.openxmlformats.org/officeDocument/2006/relationships/notesSlide" Target="/ppt/notesSlides/notesSlide45.xml" Id="R55588a9068f242f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c688428554e40" /><Relationship Type="http://schemas.openxmlformats.org/officeDocument/2006/relationships/image" Target="/ppt/media/image18.png" Id="R5f78814e126c40da" /><Relationship Type="http://schemas.openxmlformats.org/officeDocument/2006/relationships/notesSlide" Target="/ppt/notesSlides/notesSlide46.xml" Id="R17f4e383c99f4d2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dc76408144c81" /><Relationship Type="http://schemas.openxmlformats.org/officeDocument/2006/relationships/notesSlide" Target="/ppt/notesSlides/notesSlide47.xml" Id="R348b0f281a6a462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e05161af349ab" /><Relationship Type="http://schemas.openxmlformats.org/officeDocument/2006/relationships/notesSlide" Target="/ppt/notesSlides/notesSlide48.xml" Id="R3d6a9fcc981d4b2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a32e744e94a14" /><Relationship Type="http://schemas.openxmlformats.org/officeDocument/2006/relationships/image" Target="/ppt/media/image19.png" Id="R3dd0e22824cd4cba" /><Relationship Type="http://schemas.openxmlformats.org/officeDocument/2006/relationships/notesSlide" Target="/ppt/notesSlides/notesSlide49.xml" Id="R34fab4b61bab495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cd6f306a44253" /><Relationship Type="http://schemas.openxmlformats.org/officeDocument/2006/relationships/notesSlide" Target="/ppt/notesSlides/notesSlide50.xml" Id="Rf1e57701db9d4de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52d1282a340e0" /><Relationship Type="http://schemas.openxmlformats.org/officeDocument/2006/relationships/notesSlide" Target="/ppt/notesSlides/notesSlide51.xml" Id="Rc49219d962da489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91c272b804633" /><Relationship Type="http://schemas.openxmlformats.org/officeDocument/2006/relationships/notesSlide" Target="/ppt/notesSlides/notesSlide52.xml" Id="R9f7b5cc7b70f437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b76fb1f254e14" /><Relationship Type="http://schemas.openxmlformats.org/officeDocument/2006/relationships/notesSlide" Target="/ppt/notesSlides/notesSlide53.xml" Id="R2d80f027c8a643c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08fe3f7354f21" /><Relationship Type="http://schemas.openxmlformats.org/officeDocument/2006/relationships/image" Target="/ppt/media/image20.png" Id="R5325d7d0a9324032" /><Relationship Type="http://schemas.openxmlformats.org/officeDocument/2006/relationships/notesSlide" Target="/ppt/notesSlides/notesSlide54.xml" Id="R9c3cb3d61c1d454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e6142058c4ea7" /><Relationship Type="http://schemas.openxmlformats.org/officeDocument/2006/relationships/notesSlide" Target="/ppt/notesSlides/notesSlide55.xml" Id="R65d3fa6fc34b42f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5d044c3bf4928" /><Relationship Type="http://schemas.openxmlformats.org/officeDocument/2006/relationships/notesSlide" Target="/ppt/notesSlides/notesSlide56.xml" Id="Raf384b5feb4844c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11fc9ea66484b" /><Relationship Type="http://schemas.openxmlformats.org/officeDocument/2006/relationships/notesSlide" Target="/ppt/notesSlides/notesSlide57.xml" Id="R899cbbe963f84fe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719d9df8140a6" /><Relationship Type="http://schemas.openxmlformats.org/officeDocument/2006/relationships/notesSlide" Target="/ppt/notesSlides/notesSlide58.xml" Id="Rdb3da996d52446f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ccdaa95db43d7" /><Relationship Type="http://schemas.openxmlformats.org/officeDocument/2006/relationships/notesSlide" Target="/ppt/notesSlides/notesSlide59.xml" Id="R94ebdc5d15aa4d5f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106bc4d3547b6" /><Relationship Type="http://schemas.openxmlformats.org/officeDocument/2006/relationships/notesSlide" Target="/ppt/notesSlides/notesSlide60.xml" Id="R387067016b5e49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A4F014-B435-4007-AFA3-B1F71D13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BFA4D-5F17-4B94-9F72-0A119E64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3-HOUR TRAINING | 60 SLIDES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37DC8-2A6B-46B9-900D-CAB270B6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Build Reliable Claude Code Workflows with Guardrails and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28DB2-ABC4-475F-972A-0BCDBC13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0363200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A665F"/>
                </a:solidFill>
                <a:latin typeface="Aptos"/>
                <a:ea typeface="Aptos"/>
                <a:cs typeface="Aptos"/>
              </a:rPr>
              <a:t>Harness engineering for safer AI coding agents, tool ecosystems, compound workflows, and reviewable autonomy.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A9B97-31B2-4DAC-8946-BAABD8E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27610-F110-42A3-B19B-89EE6D37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65239-69E6-47AF-B70F-C7949363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604147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51503A-FF48-498B-B01F-C7481D38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3EFC4-8B59-45A5-8520-2EA205CA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SESSION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34FCE-B6FD-431B-9449-816AF909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Three Hours, Three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48149-DCDA-42C5-8FF9-45BECBD2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0075E-60EA-4AB9-B0C5-5610B53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302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1 Hour 1 Reliable agent workflows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0B10F-9B00-4B2B-A65E-6994E9A2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302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A665F"/>
                </a:solidFill>
                <a:latin typeface="Aptos"/>
                <a:ea typeface="Aptos"/>
                <a:cs typeface="Aptos"/>
              </a:rPr>
              <a:t>specs, permissions, hooks, tests, and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DFE62-2F4F-453C-ACFE-4B0DABEB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DE7F0-A4DF-41F6-BC14-F05E8749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485900"/>
            <a:ext cx="302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2 Hour 2 Skills, MCP, and plugins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58B55-A1C4-42D1-87C2-8499F39B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790700"/>
            <a:ext cx="302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A665F"/>
                </a:solidFill>
                <a:latin typeface="Aptos"/>
                <a:ea typeface="Aptos"/>
                <a:cs typeface="Aptos"/>
              </a:rPr>
              <a:t>extending the agent without losing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CA5B3-85E1-46CB-B5A8-BA5F9CC1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A3AFE-E368-4614-80BD-51D5C56B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3 Hour 3 Compound engineering and agent dreaming: orchestrated systems that rehearse before they 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3B4D3-ED06-4921-8F12-503DCCFB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01222-BC23-43B1-98FD-59A8A818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 / 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33802-2D9F-4689-ADCB-83E65A93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401349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BB089B-41EC-48FC-971F-2E90795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6A5DA-347A-471E-8849-CD140A51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355B5-71F9-457A-AC0B-7919EA9F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We Are Building Toward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3267e462044fb"/>
          <a:stretch xmlns:a="http://schemas.openxmlformats.org/drawingml/2006/main"/>
        </p:blipFill>
        <p:spPr>
          <a:xfrm xmlns:a="http://schemas.openxmlformats.org/drawingml/2006/main">
            <a:off x="6858000" y="1419466"/>
            <a:ext cx="4286250" cy="186641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5E321-7A30-4394-92BC-FBBF2EF0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9055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A665F"/>
                </a:solidFill>
                <a:latin typeface="Aptos"/>
                <a:ea typeface="Aptos"/>
                <a:cs typeface="Aptos"/>
              </a:rPr>
              <a:t>The target is not a clever prompt. The target is a repeatable operating system for AI-assisted development.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0D879-6F1B-4898-8A6A-66D309CA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7E818-52FE-41B8-84F3-6BDB3271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AB18C-4480-4D70-9F20-11DFEE37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042046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A5F90A-C61F-46C0-8307-DA42867D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B0D62-9C61-49B4-80FF-9B8E5E2D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1A819-F9BA-428B-A23B-8FC40061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Speed Without Structure Creates Risk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0ae136add4a51"/>
          <a:stretch xmlns:a="http://schemas.openxmlformats.org/drawingml/2006/main"/>
        </p:blipFill>
        <p:spPr>
          <a:xfrm xmlns:a="http://schemas.openxmlformats.org/drawingml/2006/main">
            <a:off x="6858000" y="1376989"/>
            <a:ext cx="4286250" cy="195137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7AACE-36E7-487F-B245-BEE633EB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9055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Large opaque diffs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Unclear assumptions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Skipped validation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Tool overreach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Scoped tasks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Auditable actions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Automated checks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Human approval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84FC1-3DDF-4BDE-B92D-2F128663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C900C-46B3-4ECE-BC63-D9E93BFF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3993F-0F36-470F-BD60-C9F32B36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9964233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FAB3F8-CC39-48B7-B637-132E825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B3164-650C-4914-9120-F9A5D423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RELIABILITY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0454D-CC4F-4302-A852-82C0446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The Model Is Not the Whole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AA8E9-D7B4-4AD9-96B9-AC1314C8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31740-61A2-47CC-9B2B-C41A4D7B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Model Reasoning, code generation, summarization, planning.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49799-8ED1-4781-80A8-70CD0843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4DDD3-0240-41BE-893B-D6D24571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Harness Instructions, tools, permissions, tests, logs,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45E80-C56B-4985-8CA1-9ED40EDB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3343E-C4B5-46BF-8882-D786CE48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Organization Policy, ownership, release process, security posture.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E49EB-3EAC-4749-8A22-4159A1DF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47A58-1E1D-47F1-83B1-1E923EF1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BD5C8-99F3-4147-9110-4CDBE4C8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577539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2B9719-7516-41FF-963E-15BA61E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BD70F-9D3D-4F25-9617-8E557A19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C44BF-81C9-45E4-8D60-1A75D399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Where Coding Agents Go Wrong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d23b7ac86411c"/>
          <a:stretch xmlns:a="http://schemas.openxmlformats.org/drawingml/2006/main"/>
        </p:blipFill>
        <p:spPr>
          <a:xfrm xmlns:a="http://schemas.openxmlformats.org/drawingml/2006/main">
            <a:off x="6863761" y="1352550"/>
            <a:ext cx="4274728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8B678-5F3A-4814-9E31-09B376C1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E0CD8-972B-41F1-BEBE-CCC86BC1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Intent drift Solves a nearby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044E7-29E6-40B8-9F2C-1B64B855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F5F04-1D97-47F8-8ADE-422BB6B8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Scope creep Changes unrelated files.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F0EED-4C69-41ED-A014-9B843226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DB69A-D80E-4C86-B29A-7FA68D56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Invented facts Assumes APIs or project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1D74A-2E04-4187-9889-40F2E6A5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61854-305D-4E17-AE96-7063AF2C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Tool misuse Runs risky commands too early.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AB551-A890-4214-967A-6328602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21DF3-B0D9-403A-A1B9-9216D9D9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Weak evidence Reports done without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F6857-052A-4BE0-B351-8C16210B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0F69D-974A-4199-852B-8F2DB2BA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Review fatigue Leaves humans with an unreadable diff.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8ABF0-4E77-4300-B526-C24CE710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F17F5-B3C2-4AB3-BFBE-E7891115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 / 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FB00C-A767-4F7C-9129-AF5BF58B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836974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697C93-1F70-4F7F-990B-BE8B6FBD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DB43A-2A8E-4AC4-9D28-ADFCE76D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HARNESS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607D1-86E5-4CEB-892B-14AEA203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The Discipline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81DB2-774E-40D2-99DC-5880A341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Specify: define task, scope, non-goals, and evidence.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Constrain: limit tools, filesystem, credentials, and blast radius.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Validate: require tests, logs, screenshots, or artifacts.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Review: keep human judgment at meaningful decision 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9B22F-5664-419E-BCCE-62BEFB3E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D4F48-7F41-4E66-8FAD-9AC3B25A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6B00A-3C35-4B24-B6DE-B2966125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9968739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561EC-9677-4255-BEC0-900DBEB0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CBC39-8F5B-46D0-A4C0-1404621F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TASK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F6526-64EE-471B-844E-00773CAC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A Reliable Task Has Four Parts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79a6c7c894925"/>
          <a:stretch xmlns:a="http://schemas.openxmlformats.org/drawingml/2006/main"/>
        </p:blipFill>
        <p:spPr>
          <a:xfrm xmlns:a="http://schemas.openxmlformats.org/drawingml/2006/main">
            <a:off x="7102492" y="1352550"/>
            <a:ext cx="3797266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5A061-17E4-41BB-8D32-799E3876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89C98-02FA-48FB-84B4-60D06594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Objective What should be true when the task is done?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009E9-11C8-4541-98B2-6C2CDA6E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5255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85A13-380E-4A07-8DEE-5D4E84F6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50495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Scope Which files, modules, and behaviors are in bounds?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50BE3-D0F8-4A42-B3C3-613B4C1F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E0D70-C3D7-439D-A933-47C54599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Non-goals What should the agent avoid changing?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2FB57-4299-48B9-803D-AD45568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4320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E5D3C-CED1-46BE-BA82-38CDCB70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9560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Which checks prove the work is credible?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89A43-A69C-462C-877C-8BB4BA43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D702C-A296-4689-BBC0-7036C9BC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8 / 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E2A1A-B1F3-434D-B20A-BB9E95DA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473896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22A7F2-FEEA-41EE-AD55-C0F0CED3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4C054-25AA-4905-89C1-EBB62770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A228D-B5CB-43A8-A5BA-B877D9E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Weak Prompt vs Task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25841-E570-44DE-A80F-BEC2D52C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Fix broken revenue filter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Edit dashboard module only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No visual redesign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Run focused UI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39BD9-6C6D-40BE-9F0C-4DA0C747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BDEF5-29F8-42B6-9DC0-3F202575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9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706F6-AEF6-4631-B8E5-6B333A02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6191889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F59B8B-63F4-4D23-A6E5-B02D6EE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1A4BE-5727-481C-980D-7A0CF1AB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2C659-3B65-45C0-AB1F-86D29AFA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Rewrite a Risky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45D9C-E480-4884-BAF3-034A2E3D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9525">
            <a:solidFill>
              <a:srgbClr val="1720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44F54-AE18-43FE-81D4-42F84468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"Upgrade our auth flow and make it more secure."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9850B-4782-44E9-BFB0-F5351055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103632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Specific behavior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Allowed files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Security non-goals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Required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41828-1DD9-4D63-88F7-91742E88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305C6-EB16-47C9-9257-0CB06394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10 / 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AC68E-A6E1-40CC-954C-23B74997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6150076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9090AF-97C3-428E-B857-262D6828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56FE6-F441-46D3-947A-D34335AD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INSTRUCTION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A347A-CDA2-4500-8EE4-A37FD3A5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Put Instructions Where They Belong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1BE63-6614-42B3-B0FE-DF788C3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6B035-D551-4186-8837-8B356637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Global Safety posture, review behavior, irreversible action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14A05-B3BE-48F7-9AF9-407D5837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2B0E3-0A49-4139-B570-F3846E40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Project Architecture, test commands, coding style, release process.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607A3-D408-42E2-8AE8-E232BBD9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63FE4-F7D6-4C7C-A29E-808D1ADC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Task Current goal, scope, acceptance checks, stop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5F936-0CE0-4A25-A994-1841CB3B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E3E2D-1A9B-47B8-81A9-C8354F3C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11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7C89F-8D37-48A1-85C5-AC1E8208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9221604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2FF9F-F9EF-4842-806B-A65A35D5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FF0AD-C443-4BDC-8BA7-3575620E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PROJECT INSTRUCTIONS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F9237-4509-42E9-B0C6-08C0CA2F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Example Project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9CD25-C3F1-46E7-B251-2CB24155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9525">
            <a:solidFill>
              <a:srgbClr val="1720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89837-732A-45AE-8156-4CCF5E53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9060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Before editing: Inspect existing patterns first. During editing: Keep changes scoped to requested modules. Before final response: Run focused tests or explain why not. List changed files and remaining risks.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91D33-B856-4495-A196-AF33D510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69058-84E2-4DA8-90E9-32F94343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12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D6AE6-E1BD-4D10-8311-9203840E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2411616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3B2C0-7891-498E-869C-07296B4D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2D5FD-ADF9-45D2-B115-11D4A515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PERMISSIONS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3CF29-29CA-4292-86B1-D6C1834F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Tool Access Is a Risk Budget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865c8bcfa4df5"/>
          <a:stretch xmlns:a="http://schemas.openxmlformats.org/drawingml/2006/main"/>
        </p:blipFill>
        <p:spPr>
          <a:xfrm xmlns:a="http://schemas.openxmlformats.org/drawingml/2006/main">
            <a:off x="6858000" y="1851685"/>
            <a:ext cx="4286250" cy="100198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6C4DD-622D-40DF-8020-FE3D08F9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63650-3E7C-438E-95C3-8AA50FAF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Allow Read code, inspect diffs, run focused tests, format touched 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9EB30-B469-4695-9821-BC5BBB68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1BB12-0228-4977-ABFA-051D5A71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5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Ask first Install packages, edit CI, run migrations, touch auth or billing.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B77F1-BBB6-46D0-8A34-390952F8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D5216-60F9-4EC5-A516-3B02BC31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Block Force-push, delete data, reveal secrets, publish releases unsupervised.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E6417-408E-4036-A7E2-9092DE99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8DB31-875C-4537-BCBC-7561BFD0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13 / 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606ED-E4E0-4141-977E-857B056C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740552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B8564E-C9E7-467C-B01D-E9630180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5F496-9D66-4190-96C3-DBEA0D4E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HOOKS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93253-959B-4CFA-8C22-D024524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Hooks Make Policy Executable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de8c7b7034fc2"/>
          <a:stretch xmlns:a="http://schemas.openxmlformats.org/drawingml/2006/main"/>
        </p:blipFill>
        <p:spPr>
          <a:xfrm xmlns:a="http://schemas.openxmlformats.org/drawingml/2006/main">
            <a:off x="6858000" y="1866900"/>
            <a:ext cx="4286250" cy="971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89572-3901-4F9A-AD72-FBBB4783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65B28-F8DE-428E-B6F7-81C8F882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Pre-flight Check branch, load context, confirm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31B29-C05C-41BB-913E-B3195843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E48C7-4369-4F8C-AF02-0E353EAF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5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During work Log tool calls, block risky commands, detect out-of-scope edits.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71DFE-9B12-4354-9500-9F429685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076CD-5098-499F-A136-CA7D3F14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Post-work Run checks, collect evidence, prepare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477D6-1413-4B16-B9A7-ED501460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8A89C-E0B6-4A03-9DF7-56243B8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14 / 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DA78B-2638-4877-A1FE-CD4FB9D8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9579637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03288-19BB-4AF7-B7D0-8E0EB0C5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CB00F-7495-4A1A-BACD-BD7012CE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64332-6348-4C55-BD88-AB85B534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Tests Are the Trust Boundary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3366e59814f10"/>
          <a:stretch xmlns:a="http://schemas.openxmlformats.org/drawingml/2006/main"/>
        </p:blipFill>
        <p:spPr>
          <a:xfrm xmlns:a="http://schemas.openxmlformats.org/drawingml/2006/main">
            <a:off x="6938720" y="1352550"/>
            <a:ext cx="4124809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754C4-2DCB-47BB-BABE-AF0741B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9055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A665F"/>
                </a:solidFill>
                <a:latin typeface="Aptos"/>
                <a:ea typeface="Aptos"/>
                <a:cs typeface="Aptos"/>
              </a:rPr>
              <a:t>The agent can propose. Evidence makes the proposal reviewable.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36E5D-2DE3-4DA4-9D40-A92B7791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E23EB-1FDF-42D3-B4A0-FE3BD099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15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B23BD-940E-4781-ADC9-ED634767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6600579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027AF5-B3D7-47B4-A861-6825E9C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1E4DA-3D9C-46B5-B576-05731A57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EVIDENCE LADDER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3D530-523E-4228-83E3-BEAB169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Ask for the Smallest Useful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3B831-972C-4A4B-855E-73D9A512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Focused test for changed behavior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Regression check for nearby behavior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Type or lint check for touched code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Screenshot or trace for UI change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CI gate before merge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D6F64-BA3D-4947-A9A8-AAD00877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792CD-6929-48E1-B254-691CC442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16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8D99C-5915-4120-936A-F1CF2D9B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274960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AAB63F-2921-47FB-8CC8-B5F71527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CADF0-A54F-4A8B-8238-6C96DD2C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5E0AE-2194-49B8-8992-903E961B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Make Agent Work Inspectable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cdd67fc31440f"/>
          <a:stretch xmlns:a="http://schemas.openxmlformats.org/drawingml/2006/main"/>
        </p:blipFill>
        <p:spPr>
          <a:xfrm xmlns:a="http://schemas.openxmlformats.org/drawingml/2006/main">
            <a:off x="7000875" y="1352550"/>
            <a:ext cx="400050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F9672-3F35-4819-BA4F-8809BF2A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830FE-EF83-4EA5-8135-42D6B312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Inputs Prompt, instructions, repo context, tool permissions.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0C2D9-8C7E-47B5-A884-EB245725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814A9-4274-4788-AA03-3D1318B5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5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Actions Files read, commands run, files changed, external calls.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68618-50C7-4F10-97A6-98BE8A84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C8079-8447-4F6D-9FA3-0675EA7B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Outputs Diff, tests, logs, screenshots, assumptions, risks.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59D30-6C7F-42EE-8813-447D8EF8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780DD-1D0A-489B-B554-D320ADEC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17 / 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5FC97-E9F8-468D-A6B9-35D0D79D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8541104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AC58B-EE71-48A2-B581-2F2336FC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B6511-8061-4044-9CE5-4386206C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AA827-A6C0-4516-8649-8A89164E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Review the Diff and the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A5B34-65FA-4273-A12E-048CE110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Does the diff match the task contract?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Are unrelated edits absent or explained?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Did tests cover the highest-risk behavior?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Are assumptions and skipped checks visible?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560FF-E6F9-4BA8-AC91-27E93BA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16AB9-CC37-48BB-BFE1-C47942F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18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2A3A9-72DD-4592-AD11-2D72AC01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5802777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B1E929-5F36-4579-A7B9-5D5F6990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FFD65-9C09-4504-B56C-00AE5E85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WORKFLOW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A0E2D-90AA-4EBC-9C30-6D3F90D8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Hour 1 Reference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09451-A497-4748-9A65-ABE6A612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CF223-DC0D-4E1A-8DE9-B3553883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1 Write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ACFE5-DAFE-44DF-A67F-F47974B8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B4B90-55CB-4864-8F69-0BF8092D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2 Load instructions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81203-C494-443C-882A-43F6A5DF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534A4-7498-4D26-8459-925C257B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3 Constrain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47AE4-E594-4D3F-8A85-638C18BC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ECE05-1939-49E2-B484-1304BB9D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4 Inspect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D7972-8969-4DA0-9DB2-FC69EBF8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2C99E-8C5F-4679-88C6-F8401E21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5 Edit narrowly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09936-F915-4E84-A4BC-A00BD91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90B29-A290-423C-9F46-8C726B3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6 Run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67B43-3E2C-4E82-AD6C-06C8564A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8030A-A5FE-43F7-B055-90C1268B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7 Summarize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C16BC-1BA8-4348-9A22-6B99987B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74EAD-4D8F-4B7C-B65C-F3D4D4CD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8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27D92-653E-4E6B-8E51-10E05A3A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7A1A9-1B7B-46EA-AE18-D8961347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19 / 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B9246-FEA6-40CE-9EFE-E2DA2A62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4846201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B54C8-6CED-47E5-916D-8605E80E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1BD0C-16C0-441C-AF95-229A733E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HOUR 1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20548-48D4-4D76-93D7-C75D082F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Build a Minimal 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C2FCB-DB69-4C35-A0D8-6122FE72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8FF1D-3280-407E-B37E-44D09633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Pick A bug fix, UI tweak, dependency update, or test repair.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6DB18-B1AE-4151-AC16-7F274528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FD62D-F881-4405-82F0-A4F45AE3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Design Task contract, permissions, checks, and final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5CA05-F0C0-435B-A4A4-1FB2B370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A45AB-F99B-42DC-9180-AC5CB3C9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Stress test What could the agent do wrong? Which control catches 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B47DF-B9EB-4D25-8106-E4D3C2EC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F5541-86C3-4CD3-B621-80385399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20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5986E-AC4B-4D74-844F-91CECC9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7522100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B052F-51D7-465D-9842-95C000BF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E8B42-F5F2-4238-924D-1C08DB5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HOUR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397E8-32C5-49B8-AB07-6E68B504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Skills, MCP, and Plugins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3F275-4214-44B4-A97E-019002D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A665F"/>
                </a:solidFill>
                <a:latin typeface="Aptos"/>
                <a:ea typeface="Aptos"/>
                <a:cs typeface="Aptos"/>
              </a:rPr>
              <a:t>How to extend coding agents with reusable procedures, external context, and tool ecosystems while preserving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59306-A85A-4BEB-BA3C-56E90E2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CD3D6-BE35-4C7E-B8AC-43985EDC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21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5EA1F-C452-4DEF-8872-B64C03BF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9678429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D842E-20E3-4758-98A5-375707FD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28CB5-3C21-4B5D-A065-20F2CE72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DD262-395F-46BA-BF97-9CF1722B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Is a Skill?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9619A-D52A-4257-BFD4-BCFD728B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F1481-DAAF-4282-AD21-A97CC33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Reusable procedure A skill teaches the agent how to perform a recurring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07A3A-AF88-400F-B53E-6354A2F2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560AC-795A-4D35-98E6-7419E2E6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Local expertise It packages instructions, examples, scripts, templates, and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E3C15-0309-4396-80B7-8078379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86271-6539-4EFC-96F7-5E002A9B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Triggerable memory It activates when the task clearly matches its purpose.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1CB4F-F565-43DF-AC7D-88B2103D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16213-EF6F-4A2B-A225-BBFE69D8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22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8E03F-F900-4A84-901F-3642A4C4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574367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1C142-2722-4950-B1A4-78DB63A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D7EBD-0020-4104-8A04-2BE1D1C8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SKILL ANATOMY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711A9-7D4F-469F-8554-8A8759D7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A Skill Should Contain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bc8afdf964888"/>
          <a:stretch xmlns:a="http://schemas.openxmlformats.org/drawingml/2006/main"/>
        </p:blipFill>
        <p:spPr>
          <a:xfrm xmlns:a="http://schemas.openxmlformats.org/drawingml/2006/main">
            <a:off x="6908472" y="1352550"/>
            <a:ext cx="4185306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FDA2E-EDB2-4A8A-8C4A-B0561D65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E96DF-66D3-43AB-B250-E60D4029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Purpose When to use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3B61-3A80-4598-B368-6A599C15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BFE4B-674E-45CF-84FC-3820475D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Workflow Steps the agent should follow.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54436-7D6D-41CE-929F-6F1751AC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3B384-97C4-4C3A-8733-030FC71F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References Docs, examples, policies.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5767F-9009-4C7B-A617-043036E6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773AE-0815-450C-96B0-1E40399A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Scripts Reusable automation.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A7A1C-2FFA-47D5-B460-A0A4D22E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2EE7D-782A-4961-9B91-F31DC6F2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Assets Templates and starter files.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F58E5-4B77-4B57-AC72-814278ED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46EB2-7E84-4D54-9A98-EF61CE74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Verification How to prove success.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34345-6CC5-43D1-AD1D-9800E8E8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38F07-95C4-4B53-8D99-B763983A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23 / 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696CE-F720-4B25-8DBD-BCD91728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1093227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9699DF-DED9-4B56-B3F3-A5F4B6DC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7B31A-1A8A-438C-9D36-C5C80B63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SKILL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12628-2D4D-4644-ABA7-ECA344A0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Security Fix Skill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a6a4d31c14fee"/>
          <a:stretch xmlns:a="http://schemas.openxmlformats.org/drawingml/2006/main"/>
        </p:blipFill>
        <p:spPr>
          <a:xfrm xmlns:a="http://schemas.openxmlformats.org/drawingml/2006/main">
            <a:off x="6858000" y="1921354"/>
            <a:ext cx="4286250" cy="86264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918C3-B553-4541-A847-C464541B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9055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9525">
            <a:solidFill>
              <a:srgbClr val="1720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6252F-36B2-4CB2-8EFA-9EAAE40D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54483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125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Use when: A validated security finding needs a fix. Process: 1. Confirm source, sink, and exploit path. 2. Patch the smallest safe boundary. 3. Add regression coverage. 4. Report residual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2BE2F-A3A0-4A28-B9B3-A7078FB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F1AA3-8741-4F09-8596-9F8F57AC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24 / 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30081-2AC4-4BBF-8E41-DF838D73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958905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049E4-B1DB-4F6D-86E5-EE0639A7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02264-451E-4187-AEAB-AE8CCD38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SKILL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81176-1590-42C0-A915-2222B033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Good Skill Candidates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43E70-0697-4CAC-8A71-4D2AE016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C5CD2-D5E4-4FBF-A160-5A444730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PR review Find bugs, risks, and test gaps.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AD886-22F4-4BB5-9403-E24A0C4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434B2-8640-4CA4-AF3E-E92BCF73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Release notes Summarize commits into user-facing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DEBFD-DB66-41B7-BB0A-0FC239AF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1001C-EFC6-41B1-9459-B8A7E114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Migration Apply repeated codebase transformations.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F87C4-88F9-4642-A518-A9B43F5A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4320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00297-B0AA-4C26-9D50-421000D8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9560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Docs update Follow voice, structure, and examples.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A2504-19AC-421A-B8CD-2284569F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49AFD-7362-4C1F-B91D-CD8DD75A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25 / 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8D8AF-A936-4361-B214-4A5CD4A0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2941721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51144B-56BB-4502-ADF3-CA051E67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95C59-8BA6-494D-A8FF-FEED49EC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SKILL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F9DA2-9317-4DCD-9C40-E103E3DC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When Not to Make a 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61880-DC1D-4038-985E-E31B74E6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The task is one-off and unlikely to repeat.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The process is still changing every week.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The instruction depends on hidden tribal knowledge.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The skill would bypass required human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178F6-C21C-4216-B6EB-82D687C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CDA0C-4C98-424E-B90C-07AF77B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26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937C7-7DC0-4AB7-B858-50AE147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4299742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DE252-F9CF-43C9-B193-8DB413F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401F7-DE0D-4227-8D03-8214D343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217DD-AEB1-4B0C-93CC-59408610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Is MCP?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f3283618f4c71"/>
          <a:stretch xmlns:a="http://schemas.openxmlformats.org/drawingml/2006/main"/>
        </p:blipFill>
        <p:spPr>
          <a:xfrm xmlns:a="http://schemas.openxmlformats.org/drawingml/2006/main">
            <a:off x="6858000" y="1384812"/>
            <a:ext cx="4286250" cy="193572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914DC-2690-4AED-9282-ADABC36D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9055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A665F"/>
                </a:solidFill>
                <a:latin typeface="Aptos"/>
                <a:ea typeface="Aptos"/>
                <a:cs typeface="Aptos"/>
              </a:rPr>
              <a:t>Model Context Protocol is a standard way for agents to connect to tools, data, and services through explicit server capabilities.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CC58C-3A3B-4E25-A2D2-315CAB3C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CDAF0-B889-4F7A-8E75-CE5489E7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27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97E47-3CC0-4220-8797-3006D9C1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9012665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E050E-B12B-441C-B18E-464CF2E0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5B55E-E0B7-4E64-95B0-57433C65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MCP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58C3C-85CA-4B16-9EA8-642982C4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MCP Separates Capability From Reasoning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795C2-5CBE-4ABA-A70B-71BD3405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0E10A-5DB1-4F6B-A58B-07C0CFF9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Agent Chooses goals, plans steps, interprets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16D23-BF32-448F-9118-E2165382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AE39E-C549-4211-A0BC-7DA13B22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MCP server Exposes specific tools, resources, and schemas.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35DC1-4513-4F9B-A9A8-C46CFB39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B2117-ED98-4F36-A96B-0CD39398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Policy Controls auth, audit, permissions, and confirmation.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BE6AE-1C16-4CE5-849F-D9EF92D6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38FC0-6522-431E-8640-7320698A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28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00F97-B49E-4FF5-AF50-60C614A1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7150035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46509C-4AA9-45D5-9084-1DF6D364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F39F4-889D-418E-A3E1-5266A514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MCP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4BF71-F67B-41C2-B208-9851F533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Useful MCP Servers for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BC0A9-04CB-4C9D-96EB-32A55B29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0743C-D7E8-409A-9872-7B612F97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GitHub Issues, PRs, comments,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FF00B-554E-498A-BD6F-666D1A42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4F9CA-D687-4C56-8B53-E2F1B82C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Docs Search product or internal docs.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BF692-26AA-4556-A920-C373E293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A3B94-07AB-4D75-A1E3-FF8FA21F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Database Read schemas, never raw secrets.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B5C07-463D-4A57-9C5C-9D713D10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8D21A-93C6-4A6C-880D-999F3036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CI Inspect failed jobs and logs.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D8EAA-25D4-4495-881E-1C526C83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CB6D2-F350-4576-9E09-0C9487D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Calendar Coordinate release windows.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1A9BF-AE63-49EB-8B36-53BDD249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B1E24-CAAB-4F9A-B1B3-87DB8C9A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Observability Fetch traces, logs, metrics.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56B29-24A8-4AA5-BAA1-989DC26E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ADB1F-41CA-4015-B65A-7F68A86C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29 / 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07AD1-9C31-41FD-90B5-E70C61D5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4973443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1E6736-C1F6-4789-A214-34094F29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BEE60-0CC4-4460-BA3B-B5BAE75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MCP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09C6B-02C7-4BFF-A311-0EEE2E22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Design MCP Tools With Boundaries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02c330f044a1b"/>
          <a:stretch xmlns:a="http://schemas.openxmlformats.org/drawingml/2006/main"/>
        </p:blipFill>
        <p:spPr>
          <a:xfrm xmlns:a="http://schemas.openxmlformats.org/drawingml/2006/main">
            <a:off x="6858000" y="1868384"/>
            <a:ext cx="4286250" cy="96858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E842F-A6B6-4E32-9324-5CDAFAA3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9055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Prefer narrow tools over generic shell or database access.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Require confirmation before writes or external side effects.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Return structured data instead of giant unbounded blobs.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Log user, tool, arguments, result, and timestamp.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44D8D-C1C9-4E5B-BC0C-4650D64B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B337C-38B7-469B-9A43-187D4611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30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41CCA-5F66-4C93-AD8B-66C892C4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4435746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DCC2F-5A66-4DEC-B804-18C6E13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8465D-C60F-4674-80A8-84C288C1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PLUGINS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84D58-4C33-4CC2-AA1D-D85D9338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Is a Plugin?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f672ee7e24da6"/>
          <a:stretch xmlns:a="http://schemas.openxmlformats.org/drawingml/2006/main"/>
        </p:blipFill>
        <p:spPr>
          <a:xfrm xmlns:a="http://schemas.openxmlformats.org/drawingml/2006/main">
            <a:off x="6930974" y="1352550"/>
            <a:ext cx="4140302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97FB4-A484-4295-9FED-2B5F167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5D077-6CDC-4AD8-8BDF-261EEF15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Packaged capability A bundle of skills, tools, apps, MCP servers, or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E46F9-3997-4612-ADF7-A337B8C0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9B4CE-3402-4B5D-8C55-68D540F7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85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Installable surface It makes a domain available to the agent as a coherent unit.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6EDEF-FAD0-481B-8113-5BD901A8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1352550"/>
            <a:ext cx="1879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E6C24-AB3B-4756-8BD3-3AFB0A4E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1504950"/>
            <a:ext cx="153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Governance unit It can carry permissions, docs, and review expectations.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B9FF1-AADA-415A-9BE9-30FD3A51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C5646-3D93-41F1-8DEC-E49C4395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31 / 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D5702-3E69-4EAB-B209-FA3B815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8243296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1CCED-1A11-4433-B524-AA39831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B3786-2787-4069-91A5-73248409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AFA9A-9327-4636-AF3C-E70B55F9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Skills vs MCP vs Plugins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dcf89a9db4c67"/>
          <a:stretch xmlns:a="http://schemas.openxmlformats.org/drawingml/2006/main"/>
        </p:blipFill>
        <p:spPr>
          <a:xfrm xmlns:a="http://schemas.openxmlformats.org/drawingml/2006/main">
            <a:off x="6858000" y="1846118"/>
            <a:ext cx="4286250" cy="10131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94BDC-529F-4307-8688-7059D474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31051-8813-4AD5-8574-6DA87BC9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Skill How to do a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3815F-5272-4DB6-B098-ACD73CFA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A2582-09F9-44CD-BC4E-25A2147A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MCP How to reach a tool or data source.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73573-0DD2-42D8-91F5-9014DF54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EBC5C-6F1B-43EF-BD43-153F0A2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Plugin How to package capabilities.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AC67E-5644-4C21-B87E-CE975626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07D6D-C911-4DF2-A1A4-5C1592E0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Instruction What rules apply.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B0CB9-8F71-4737-B5F2-B9404BF9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1E9D2-B7E9-4479-8D4B-D8F30541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Hook What gets enforced.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AFDC0-1020-4187-9919-DF68B59B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F0DE3-046D-443F-9691-ABBB8A48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Test What proves it worked.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098CB-DEFB-4FA5-A434-1B502389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EDEA0-A75A-4B23-AED7-7D82369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32 / 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6A95A-7DE6-4B6E-8008-11F255AB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5070334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F16AF7-20EB-416E-9E57-D9BEFD96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82D67-279A-47B1-94AB-53F830AC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PLUGIN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6E619-FDA4-4421-9D85-746083F7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GitHub Workflow Plugin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FB829-63AF-4ADB-9C22-3B7BD2C5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DBB49-7998-45BE-A12A-83FD5394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1 Read issue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62A32-B172-4A7E-B84D-0C1E9A4B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0A4BA-8C34-4AEB-A364-86A0CBC7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2 Inspect repo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4D13D-81ED-4BD8-85DA-B7EF6013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59C66-2FF7-4BAC-8B9F-23C9970D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3 Patch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FC85F-3CE6-4267-B400-EC4C62B1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8894F-6DE6-4B9F-BDC0-144B62FE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4 Run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30EBE-BA3B-4DB2-BE04-44F3AC0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DD8C6-9E04-4F72-B568-3AA33DFC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5 Commit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7F918-1307-4696-8467-B8305900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480D3-7587-4DCB-A0D0-A22A3F8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6 Open PR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93609-FF1B-4D59-B0F9-35FC2266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80AF9-3FD0-4CB2-B1B4-A9DB74FF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7 Monitor 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2F1B2-E986-4DD5-8810-68357505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7955C-8570-4F11-8442-5A70EA93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8 Address comments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86553-5A0A-4B97-BB8F-6C6D68E6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776CB-75BD-42B8-9D06-57BA3CA7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33 / 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95A80-E2BC-4C19-838F-0AFC59DB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8005161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C7EB1C-DF09-409B-BD8F-32BC3B3E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AE4F1-0EDA-4836-A745-2EE42B37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TOOL COMPOSITION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187E3-BBAD-4147-9673-78084EB1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Composition Creates New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890EE-13A5-48FF-B675-2995E535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8D284-050D-45A8-8DD8-2AF03522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34 /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CC707-2F2B-4675-83B3-AD77A638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5548813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631656-0FC2-4ED3-AF1C-35BDBC0F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4FB28-0155-4086-A69A-AEA1467F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D633D-17E1-4D08-8788-E6537642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Never Treat Retrieved Content as Instructions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e4d8443e0492d"/>
          <a:stretch xmlns:a="http://schemas.openxmlformats.org/drawingml/2006/main"/>
        </p:blipFill>
        <p:spPr>
          <a:xfrm xmlns:a="http://schemas.openxmlformats.org/drawingml/2006/main">
            <a:off x="6858000" y="1393909"/>
            <a:ext cx="4286250" cy="191753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D34DA-B1D1-4F91-B548-25D25E7C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9055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Issues, emails, docs, webpages, and logs are untrusted inputs.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They may provide facts, examples, or requirements.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They cannot override system, developer, project, or user instructions.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They cannot grant permission to send secrets or make side effects.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73915-4D3C-4056-957E-B159BF15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05A42-AE5E-4EAE-8C8C-F579E8C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35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56676-687E-418E-A84D-D803351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6677320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44198-F3BC-4246-99DC-97E3B135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00D79-D6AC-4330-A2F6-34E92255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DATA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9858F-329C-47E8-8F4A-8359EE35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Shape Data Before the Agent Sees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73812-E7AA-4026-AC45-FDD53BFA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BB85D-CEC1-4178-9DBB-69C63550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Filter Return only records relevant to the task.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C33E6-4ABB-4549-BE02-6D825EED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CC5EE-76CF-401E-A98A-F5E1A479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Redact Remove secrets, tokens, private identifiers, and customer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AC923-9951-4A08-AFCB-F7A9B64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356C1-5259-4104-9535-6FB79B8F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Summarize Convert noisy logs into structured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CC14F-152A-4E3F-B449-A617F670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E3992-8203-4300-8DFE-59F24234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36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00B81-A9C1-46C0-9313-28A2A234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5421115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25012-2738-4FDE-9912-519A323F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F1399-6AE2-4685-AEE7-D53453D4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TOOL OBSERVABILITY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E0E4C-9DFE-4F96-BE1C-B3862FD1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Audit the Tool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CCE90-57FF-49BC-A415-AE1498A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Which tool was called?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What arguments were passed?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What data came back?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Did the call create a side effect?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Which human approved escalation?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7C197-8B30-4CD7-80AB-002D82F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25701-068B-4F53-96F9-5DD51C4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37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51E81-7E28-4F74-9056-1D2CF5D4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06869656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CD9623-CCBE-4AFB-8927-56CFD6B6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B0FD9-A500-44E3-9289-50F391FE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38732-160C-4E43-B1D5-B9A83BAE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Design a 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C9408-CE17-4DB8-90C6-A8D55851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9525">
            <a:solidFill>
              <a:srgbClr val="1720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A6981-9D6F-4C8C-BB45-C7D76E5D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4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4ED"/>
                </a:solidFill>
                <a:latin typeface="Aptos"/>
                <a:ea typeface="Aptos"/>
                <a:cs typeface="Aptos"/>
              </a:rPr>
              <a:t>Pick one repeated workflow your team performs every week.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6AF90-F74F-4B50-A191-6AC7734B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103632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Trigger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Procedure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Inputs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AC818-5B8B-4787-B039-423111EC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8CC63-5637-4622-8AB2-5748E1D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38 / 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22068-57B5-4F6D-B7D3-37619B7C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6811362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AA81B-B61B-44B4-8965-FBA94963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60961-1014-4132-B1FF-68C8BD41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5C839-7DD0-4D25-AE9A-5655A11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Choose MCP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B61BB-E44B-438F-B5ED-C6EF9596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72831-836B-41BD-8B13-C950DFE5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List open PRs Fetch failing CI logs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BFF1A-1D70-4115-A314-F5D0948E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DCB1B-F10F-4EE5-8518-ADD58AB0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Ask first Post a comment Open a 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0C459-2E79-4F54-9430-AB6738A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141E8-A732-4ED9-9662-1F26F481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Block Change repo permissions Expose secrets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B9761-B03A-4F8F-883E-883E4463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232D8-FBFC-4A06-954F-5DF86D3A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39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81790-1C03-432D-ACF6-CEF6676B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44493929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C11AE5-8FA7-48E2-8978-6AB91264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85975-5046-4EC0-ACB3-10629766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DEBUGGING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E6541-9110-4E09-8B68-F0D628AD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When Tool Chains Fail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324B5-8F93-4C52-B256-1396B664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Check whether the agent chose the wrong capability.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Check whether the tool returned stale, partial, or oversized context.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Check whether a permission boundary blocked the action.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Check whether the final evidence actually proves the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DCEDC-8CED-4D22-A2F0-B388534A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DAD66-BF6C-43E2-AAD2-CDA3874C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40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A7C06-2287-45EE-9508-946BCA2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23340466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C7E0AF-C811-40B5-8BD6-805DE5AC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51343-B635-4AA3-8551-C13A69B4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HOUR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4B288-5A72-4528-B42E-2E60D825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Compound Engineering and Agent Dreaming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0D622-3734-4ACE-83A8-6574DB8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A665F"/>
                </a:solidFill>
                <a:latin typeface="Aptos"/>
                <a:ea typeface="Aptos"/>
                <a:cs typeface="Aptos"/>
              </a:rPr>
              <a:t>Designing multi-step agent systems that plan, rehearse, verify, and escalate instead of acting as a single opaque assistant.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C4197-3938-4C18-BF7D-7EAF2617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5E4FF-75FB-46F4-91DA-2D71DE78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41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DE515-D8F7-4D65-B66E-29E48087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5337356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12C6B3-515B-406A-927A-A1C176D9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52BC5-2588-47BC-97E5-AB58E70A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COMPOUND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1BAF9-696C-4D9E-A62B-E8785990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Is Compound Engineering?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f2547626c4e58"/>
          <a:stretch xmlns:a="http://schemas.openxmlformats.org/drawingml/2006/main"/>
        </p:blipFill>
        <p:spPr>
          <a:xfrm xmlns:a="http://schemas.openxmlformats.org/drawingml/2006/main">
            <a:off x="6858000" y="1939542"/>
            <a:ext cx="4286250" cy="8262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ED16E-3A3E-4EDB-B405-733951E4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9055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A665F"/>
                </a:solidFill>
                <a:latin typeface="Aptos"/>
                <a:ea typeface="Aptos"/>
                <a:cs typeface="Aptos"/>
              </a:rPr>
              <a:t>Compound engineering is building systems where multiple agent steps, tools, checks, memories, and human gates work together as one engineered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FDA9A-68D6-43C6-BA88-BD1B644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5BA7B-CD9F-4E8F-BC50-09B45661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42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EE350-0C00-45B5-B2A6-F97DE034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59059675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2BE7BC-53C8-451A-9206-32855D14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C8B88-8727-449E-86CB-4C52B1F9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C8DFE-69F4-405D-BFDA-CD7C568A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Compound Workflow Components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7E798-4433-4011-9FDC-74DE04A7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AF824-D55D-43BE-BA40-2B3CC1C0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State What the workflow remembers.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F2607-3B71-4947-8E25-61C89A2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D4DED-FD10-41FB-B4AF-C22A27D8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Roles Planner, builder, tester, critic.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8CBFF-3230-42E1-A208-15A1A60C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1855B-0350-4E99-8438-FC4FFAEC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Tools MCP, scripts, APIs, local commands.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F2159-B187-459A-98B7-102FFFFC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6787C-E14C-43F0-8609-D6AF9646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Gates Policy, tests, approvals.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A4B05-538A-405A-84B1-C397B8E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5144A-7D74-4815-A9EA-97D8856C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Artifacts Plans, diffs, reports, traces.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7C61D-D46C-4C3F-82F0-D655BB9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8CE30-81EC-4618-B0C6-B939ED6A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Fallbacks What happens when confidence drops.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12294-2F8D-4361-B98E-D3E5C256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DACBF-83CB-499A-B25D-87B2C6D9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43 / 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BEEF0-B77B-4AAC-B859-2764638F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88327037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735EC5-462F-4BE6-BF29-C98C03E0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22E78-DD6E-41A0-8A52-46967471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MULTI-AGENT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096BC-EFDB-4E51-B6EF-724497EF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Separate Duties to Reduce Blind Spots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323d3e9134f19"/>
          <a:stretch xmlns:a="http://schemas.openxmlformats.org/drawingml/2006/main"/>
        </p:blipFill>
        <p:spPr>
          <a:xfrm xmlns:a="http://schemas.openxmlformats.org/drawingml/2006/main">
            <a:off x="6974556" y="1352550"/>
            <a:ext cx="4053138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B4FD5-7950-46EB-8751-029AAE6B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52BE5-44D8-4129-A498-33496132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Planner Defines approach and risks.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B2FFE-1EA8-4D60-A384-7481A6E7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5255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3A2E-3511-44EF-BD5B-F1279FFA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50495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Builder Makes scoped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B15FC-B832-4301-BC3D-C23780E1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DB58D-A1A4-4F28-9EBD-4F057EEA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Tester Runs and expands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28295-FC83-4167-9678-2DB375FE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4320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23D4E-E239-4BA2-88E0-C537F9EB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9560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Critic Reviews diff and assumptions.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FFC87-043C-462E-B097-6CF51EC5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9B38-228B-4C9E-BC79-1684C364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44 / 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A3191-B5DE-4C34-A18D-D93A357D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90195896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B2894F-D72D-4A0E-961C-542D79DF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153E5-3A50-44E3-AF88-F11F8371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GUARDRAIL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82234-5DF8-47FE-A0EE-3FC6AA8A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Guardrails Across the Whole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044C6-48D5-459A-9D62-705B74E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2C988-F0EB-4E67-BD6B-84B85BCF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1 Classify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92AF4-1A9A-4DF7-A59E-4AD8D114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CC776-AE78-4A42-9030-DC5F65EC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2 Select skills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83160-FBB8-48D1-BDE2-4B2B2FBB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E3952-9916-487E-9007-192B8652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3 Grant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ADF56-6A4C-4F30-BB9F-CE367E35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2FC8C-F181-4C16-899D-F6B08CAB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4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411F5-B731-4D5E-A05F-B4B8A3FE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58890-9C72-4500-A3C4-0A5E1BE6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5 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BBCAA-CDE5-4655-AABA-3151CA6B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EDC83-3796-4F89-8C63-6A3271B8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6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766AE-0698-4C98-9825-DCAA021B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5C1B6-5E13-4221-A09A-E9517D08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7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2A528-0FD5-4A64-88B4-E63D180A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EAB6D-A526-447E-B13F-192B2A1A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8 Escalate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B701D-547A-4A47-9BC4-B872CEE9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8FB10-999F-4A23-926E-489AB986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45 / 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1FF22-2B7C-4794-8FAB-6E7B1F66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84778479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EF0BC-6D27-42E9-98FD-7EB1F1D2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051D2-2E62-4CD0-8901-EE1584E8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66A01-7BA7-4E40-842D-44B5E0FF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Issue-to-PR Compound Workflow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8814e126c40da"/>
          <a:stretch xmlns:a="http://schemas.openxmlformats.org/drawingml/2006/main"/>
        </p:blipFill>
        <p:spPr>
          <a:xfrm xmlns:a="http://schemas.openxmlformats.org/drawingml/2006/main">
            <a:off x="6858000" y="1969547"/>
            <a:ext cx="4286250" cy="76625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FB52E-2CA0-4B0A-B95C-F28BE193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7ADB3-5C4B-4A65-9884-F01A147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Input Issue, labels, repo instructions, failing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F5F2A-0AAA-4068-A8E0-D1F4F56F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5255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691AA-290C-4749-A3D8-6A255512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50495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Plan Agent proposes files, checks, and risk level.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04C24-EF8D-4D26-9685-BA08D446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83960-833B-4709-BE87-6E77702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Scoped edit with tests and review summary.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2315D-9052-4FA1-A869-C8B8A803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43200"/>
            <a:ext cx="28860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E5D7C-9FD5-452E-8E12-DE65C8E5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95600"/>
            <a:ext cx="25431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Gate Human approves PR creation and CI watches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7D268-79F1-4420-A34C-307C3D95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ED8E9-8429-4477-A853-B5EF70A3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46 / 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3EC23-98CA-436B-A4E8-9A9C285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75133694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B769A-970E-4F84-884E-13AD1CBD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E1FD7-DF9C-4B42-9E27-3E700758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CCECD-02E0-4CA7-9D2E-E12C4259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Database Migration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C6C41-11F4-4DA4-B540-25226CE6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78DCD-48BE-424E-A0B7-BDBBB828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Agent may Draft migration, tests, rollback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A83CD-EADB-4831-BF04-F8CA83E0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6E747-E09A-476A-888D-A3436285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Human reviews Data loss risk, lock risk, rollout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1E578-97B6-4FDC-9237-BDDBEF3C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AD5CF-A10F-4A96-9F7C-9A2FB9F4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Agent cannot Run production migration or alter live data alone.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E5F75-0905-450D-BBF4-EB597F8E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14392-1689-4841-9941-4FCEEBA1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47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2EE63-AC02-447D-BE6D-577AF75A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793229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61DCDC-F6C7-4964-B3EA-36965E43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AE0DA-2DB6-4C39-A495-E0A70424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AGENT DREAMING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57240-3839-47B2-AE8A-035A8BA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Is Agent Dreaming?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F24D4-A959-4E51-81EF-A5FF2E40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A665F"/>
                </a:solidFill>
                <a:latin typeface="Aptos"/>
                <a:ea typeface="Aptos"/>
                <a:cs typeface="Aptos"/>
              </a:rPr>
              <a:t>Agent dreaming is structured rehearsal: the agent simulates plans, failures, tests, and review objections before touching production code or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5A665F"/>
                </a:solidFill>
                <a:latin typeface="Aptos"/>
                <a:ea typeface="Aptos"/>
                <a:cs typeface="Aptos"/>
              </a:rPr>
              <a:t>Dreaming is not free-form imagination. It is bounded scenario rehearsal with artifacts.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04DA9-D82E-4047-A469-3F1ED600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AF2B8-9FF2-4886-A65D-8CDDB13B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48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9734A-5BE0-4C32-B5A0-480A792F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16154568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69B6F-38E9-4A8C-9A66-C699CC4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72565-955F-4891-B27B-71B7722F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DREAMING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63DC9-2C0D-4918-8A48-A4F1651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Rehearse Before Acting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0e22824cd4cba"/>
          <a:stretch xmlns:a="http://schemas.openxmlformats.org/drawingml/2006/main"/>
        </p:blipFill>
        <p:spPr>
          <a:xfrm xmlns:a="http://schemas.openxmlformats.org/drawingml/2006/main">
            <a:off x="6858000" y="1453676"/>
            <a:ext cx="4286250" cy="179799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37BD7-6538-48F4-9469-C4193C8E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211C9-B53B-4E10-8772-42C316DD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49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F38A0-9597-4076-9D00-71A40FBF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53365919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4A7C5-6FEA-4E55-814D-D9409A77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D15E1-08BD-4C03-A0D3-F3466FBB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DREAM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B7506-A066-46C8-BAA5-C07581BA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a Dream Produces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AA6B8-C4BD-48A6-9990-BCB24320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C422C-F514-400A-9A0A-873595AC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Plan variants Different ways to solve the task.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A364D-9477-40E9-8E86-C8C53879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F2B6D-5D6C-4464-9FA7-57B20955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Failure list What might go 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B0A14-8C0D-4910-8438-2BDFA8C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75F20-3341-4DF5-808E-DB47D055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Test plan Evidence needed before trust.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D18BA-DFD4-46B0-9294-336527D7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C1104-5FAB-4379-A10C-107F52A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Rollback plan How to undo safely.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06C4A-DA63-4E3A-9AC5-851CB6F5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110FE-C0F1-47AE-9538-89CE917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Questions Missing decisions for humans.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A4F10-3992-44BE-BCC6-087385F5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484C4-C117-4D61-A7B3-6CDD0502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Confidence What is known versus assumed.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9D805-3571-4CC5-A4CB-33FD8715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EE0DE-DB08-4685-A71F-8C627DCB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50 / 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D08BC-DF97-4614-85A8-4AB89845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207515156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FE4C71-C0CB-4378-8B26-11B5C646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497C3-FE5B-4C5A-9066-8AEC521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DREAM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E47FC-E770-4A99-98F7-A4CA906A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Keep Dreaming Bounded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97705-8A78-488F-A3F6-5C76A68A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Dreams cannot authorize actions.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Dreams must cite real context or label assumptions.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Dreams should produce checks, not bypass them.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• Dreams should be discarded when reality contradicts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0134F-B211-4234-9D40-3651141E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C9072-37C0-4A0E-87C5-AF2A5C09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51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47470-D921-4912-9B5C-47651B4B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202474820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CA7FC-D668-46B9-8C14-117D2A0C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4EB73-AFC6-4311-A875-100C77C7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DREAM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CC304-317E-4AC0-BBE7-95BA0EC4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Before a Refactor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EF085-6418-4C73-BF48-65E422F1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04BE0-D42E-4E9D-8862-385D166A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Dream List likely call sites and breakage modes.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0B4E1-4ECE-4C5B-AAEF-9D8A8D79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5F147-5003-40CB-9FEA-5601D036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Reality check Use code search, tests, and impact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16663-0E5B-4423-B836-176DCCD0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F78C2-EB4C-4863-9545-C36C609F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Plan Choose smallest refactor with rollback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F395E-74D8-437E-9916-4AF0D2F6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4320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7146F-50BB-4EE5-9601-9D41191C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9560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Act Edit only after the rehearsal creates evidence tasks.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633DA-BE23-4FA6-A94D-B1D7A59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08300-F77F-471D-B375-DC68BFFE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52 / 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9F034-A43E-4C82-B2AE-25AFFFD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210664908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DB09A0-55F3-449D-9891-4FD28C1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25D88-460E-461C-B923-52D90091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DREAM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2E5A-D1F4-4CE2-BC03-CEA12735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Before an Incident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0C8C2-F79D-4BA5-8528-485D4500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F9C44-A7EB-472E-B1A5-D433AA7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Hypothesize What changed? What symptoms match?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42C11-F2BE-4A17-BD38-0AC455A8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D96A1-BD6E-4237-B147-5727CA5F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Rehearse What fixes could make things worse?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FF50B-1792-4A25-BC7E-8CD350C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F247D-62B8-4C35-8108-B0C134FF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Gate What evidence is needed before deploy?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AD7FD-5D11-40F2-8307-6CB6ED02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4A0C3-27B4-4AD5-98FE-03A5AF8B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53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E909A-E581-4861-99F5-F594308B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10895962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BF78A-1A0B-435C-A9BA-ABE0BA88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3D70-3CF3-4700-AB7A-90808E1B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COMPOUND PLUS DREAMING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DAE80-A7FC-42DC-9C76-B5F89BF2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The Safe Autonomy Pattern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5d7d0a9324032"/>
          <a:stretch xmlns:a="http://schemas.openxmlformats.org/drawingml/2006/main"/>
        </p:blipFill>
        <p:spPr>
          <a:xfrm xmlns:a="http://schemas.openxmlformats.org/drawingml/2006/main">
            <a:off x="6858000" y="1949263"/>
            <a:ext cx="4286250" cy="80682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FE8AC-212C-4077-86FA-2C12C855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64245-D594-4BD1-921C-B8626CFB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1 Classify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7F0A6-0641-4A92-8791-28A22793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BFA02-FD62-439E-A26E-F4709A29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2 Dream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7B266-33B1-4050-BF6D-DEA62878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DCF17-5758-410B-91FD-6063725C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3 Critique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551AA-1C90-420A-A68C-DF883417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135255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5C9A3-45C5-4F5D-8E5F-EC9859B6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50495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4 Ask if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46BE0-08F0-408E-99EE-E008B9CA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68D57-3552-4CAF-8D67-9940EB11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5 Act narrowly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52BDE-8807-43AE-8743-ECCEC15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709B6-ABE0-4F6C-8C88-B20DB7C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6 Run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5756E-2C01-4739-A6B8-F2283A5E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795A9-BB76-47A1-BD6C-73122F3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7 Review diff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63408-97F9-48D9-8A16-CF5DB530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2743200"/>
            <a:ext cx="1376363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3A7B1-4653-458B-A1DB-5C0047D2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2895600"/>
            <a:ext cx="103346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8 Record lessons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685BFB-769E-46A4-9447-88A68B22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A47F7-3BD4-41D8-BF2C-2B1061C5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54 / 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79566-8624-49D2-BC7D-19292E37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02884045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C1CA5B-3AB5-4F01-AD31-B43EE7B7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EECB1-89E3-4229-8632-2F16627A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F83CE-0562-40B0-AE6A-258A1668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Design a 60-Minute Team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7FB21-6D55-495C-AFFC-B020177D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3304D-D091-4D5A-BEB1-15D317E9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Workflow Pick one recurring engineering task.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77728-ECF3-4B50-BB0D-84420D7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B5945-AEA0-4686-A514-95A8702E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Harness Add specs, Skills, MCP, plugins, tests, and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FD935-6043-4EFF-9074-72821701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150" y="1352550"/>
            <a:ext cx="336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00103-CA6F-44F5-87D1-691BA323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1504950"/>
            <a:ext cx="302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Dream Rehearse failures before granting 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4F353-9DD6-48FD-B9EB-70276881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68D03-483A-4087-A653-08885572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55 / 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4C1D4-C066-4FCC-91C5-59E85C9A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92312220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801230-E565-4648-91F4-9CC77EDD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AD080-4589-46E7-9F9D-740BFE5F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CAPSTONE CANVAS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D9BB7-AC6B-4259-94FE-4673DC0C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Fill This 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8BA5-F05E-4888-BD58-CC06CD46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Task contract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Skill needed?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MCP tools needed?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Plugin boundary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Tests and evidence</a:t>
            </a:r>
          </a:p>
          <a:p xmlns:a="http://schemas.openxmlformats.org/drawingml/2006/main">
            <a:pPr>
              <a:defRPr sz="16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Dream rehearsal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BB30B-07BC-4935-AB69-3B2004EA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57991-0814-4D82-8519-BD62829E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56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E58E0-9C93-4BA6-B35E-3954270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09608041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443BEE-B693-44BB-A348-F2990756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24F31-913F-41F4-9F9F-34EB9DA6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372BC-CC79-432E-8178-1BD71D0F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Start With One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260F6-93CD-49A3-88E9-84B77510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5870C-6177-4AF8-8A78-CE26418F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Week 1 Pick workflow and task contract.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252D8-6E82-4869-A7A7-AC0A5ED8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16118-F87F-4689-AD2F-73AE827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Week 2 Add tests and evidence summary.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96034-7096-46D5-9233-2F7D57DA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183AF-CAEF-4A77-9FB7-F46E2982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Week 3 Create one skill or plugin.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5BA07-E98B-4708-B74A-CD2E9ADA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4320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D7A54-B06E-403B-B61B-0A70C12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9560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Week 4 Add MCP or compound orchestration.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21959-3A7C-4973-B45C-7BFE25CE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81F54-52AD-4828-881A-292A8AE5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57 / 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D4D5E-272A-4EEC-9647-B60A18AB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200537818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7587A-F656-4CC4-AAA1-E1F3D4EC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71CA1-3FA9-4C68-BAB6-F59D4AAB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ANTI-PATTERNS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437F9-91B1-4711-B1B0-BCE52DAA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What to Avoid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D4FE7-E61E-4ED7-971B-E3138AC9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68C41-C61C-4C27-9208-832FF7C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 pile Long instructions nobody maintains.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1EB3A-E4F5-4747-9F5E-0E93619C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84466-9AC5-4B8D-ADDD-6073EBC1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Tool buffet Every tool available all the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D7807-BEA2-4482-9B50-BCC19967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6CDB7-43F3-4472-9BED-3DA5C601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Fake review Humans approve unreadable diffs.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B199C-753F-4343-8867-24C72DED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135255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C70D5-1301-4C57-A9D0-65505D0C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150495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Untested autonomy Agent acts without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EAC22-5062-4A7D-A1A7-2DCECD5C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667A0-7476-437A-8595-AA01483A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Memory drift Old context keeps steering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7EF34-6016-453D-A336-712FFAAC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743200"/>
            <a:ext cx="2490788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42F6D-805D-4F62-8DAD-EAADB51F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895600"/>
            <a:ext cx="21478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Dream worship Simulated confidence replaces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03FB2-56A1-4C88-8C42-E798F514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3617D-DC67-4FE5-AE0D-CF0C58F3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58 / 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613D5-043B-4645-9597-4F9F6875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189028186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910B6A-967D-429E-B1EA-932AFAB3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69F3E-0185-402D-A621-33E3A333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FINAL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EDE64-160F-4272-8DC9-CB230456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Your Reliable Agent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3DE9B-EB6A-4CDA-B791-12B5A5A4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3632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Project instructions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Task contract template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Permission policy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Validation hooks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Skills library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MCP boundaries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Plugin governance</a:t>
            </a:r>
          </a:p>
          <a:p xmlns:a="http://schemas.openxmlformats.org/drawingml/2006/main">
            <a:pPr>
              <a:defRPr sz="135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A665F"/>
                </a:solidFill>
                <a:latin typeface="Aptos"/>
                <a:ea typeface="Aptos"/>
                <a:cs typeface="Aptos"/>
              </a:rPr>
              <a:t>☐ Dream rehearsal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FFA75-59A7-4C8D-9A8F-8788AFD1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EF457-A870-482D-BB38-F33FB3D1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59 / 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0724E-05B9-43B1-AB73-EBF2327C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38636316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F56E54-7748-471B-8816-0182545A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1F7A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EE19C-7A1A-4826-930B-9DCBE0FD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9CF42-AE20-4419-A1E2-F19FCFD8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1C"/>
                </a:solidFill>
                <a:latin typeface="Aptos Display"/>
                <a:ea typeface="Aptos Display"/>
                <a:cs typeface="Aptos Display"/>
              </a:rPr>
              <a:t>Reliable Agents Are Engineered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F65DB-FEAF-423C-9095-6363BE3B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1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F9008-F36A-4DEC-8A05-67908DF0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Specify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78371-8DE3-4D84-B3C9-B7E2ECC1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35255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4F8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BD249-C1D2-43CA-A1F2-BC03460B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0495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Constrain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CFA27-D4D2-4E91-BCC9-9782F7E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076A3-CE8E-43CF-9AB0-FE3B5DC6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Rehearse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38032-EB40-4DC5-955C-4EF85C9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43200"/>
            <a:ext cx="5114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FEF"/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4A79D-F563-4F5F-A38A-2D0FEFB7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95600"/>
            <a:ext cx="477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65F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82E2F-D871-4079-98FE-510A37AA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890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>
              <a:alpha val="92000"/>
            </a:srgbClr>
          </a:solidFill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229F1-6369-4F00-B9D7-739B5FDB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60 / 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384E2-ADD8-4B3A-AF61-8924C489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Build Reliable Claude Code Workflows</a:t>
            </a:r>
          </a:p>
        </p:txBody>
      </p:sp>
    </p:spTree>
    <p:extLst>
      <p:ext uri="{BB962C8B-B14F-4D97-AF65-F5344CB8AC3E}">
        <p14:creationId xmlns:p14="http://schemas.microsoft.com/office/powerpoint/2010/main" val="605219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2026-06-18T07:55:06.5690000Z</dcterms:created>
  <dcterms:modified xsi:type="dcterms:W3CDTF">2026-06-18T07:55:06.5690000Z</dcterms:modified>
</coreProperties>
</file>